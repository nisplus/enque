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3981" y="3550539"/>
            <a:ext cx="1314127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まだどのブースのアンケートにも回答していない可能性があります。「ブースのQRコードからアンケートに回答すると表示されます」とご案内ください。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40283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7337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0278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3218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255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605650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653478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70130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71045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71227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2026-09-23T22:19:37Z</dcterms:created>
  <dcterms:modified xsi:type="dcterms:W3CDTF">2026-09-23T22:19:37Z</dcterms:modified>
</cp:coreProperties>
</file>