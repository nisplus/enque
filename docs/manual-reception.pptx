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**パソコン＋バーコードリーダー**でも、**スマートフォン1台**でも対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受付で使う端末ごとに、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パスワードは受付スタッフ以外に教えないでください。端末を共用する場合は、画面ロックをかけておいてください。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5444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パソコン＋バーコードリーダーを使う場合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2036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2036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51854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ログインしたら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6608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660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6426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読み取り欄（大きな入力欄）に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カーソルが入っていること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1180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611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60998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ためしに1回読み取って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みる（手元の紙のQRでも、画面のQRでも構いません）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55701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484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66673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リーダーは「読み取った文字＋Enter」をキーボードのように打ち込む設定にしてください（多くの製品は初期設定のままで大丈夫です）。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1481328"/>
            <a:ext cx="446863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pic>
        <p:nvPicPr>
          <p:cNvPr id="21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355" y="5340604"/>
            <a:ext cx="4541378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87018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読み取った直後の画面（「交換済みにしました」と「直前の記録を取り消す」が見えるもの）。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919937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92908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0976" y="930910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936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くわしい手順は、次の「手順1〜3」をご覧ください。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8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4285234"/>
            <a:ext cx="4471038" cy="34747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6928" y="78148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1481328"/>
            <a:ext cx="102886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「カメラでQRコードを読み取る」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0882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462448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照会画面の「カメラでQRコードを読み取る」ボタンの周辺。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手順3：交換済みにする（スマートフォンの場合）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（例：ABCD-2345）を、読み取り欄に手で入力して「照会する」を押してください。小文字やハイフンなしで入力しても大丈夫です。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1858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510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2831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リーダーが読み取った文字（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https://…/c/ABCD-2345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のようなURL）がそのまま入っても照会できます。貼り付けでも構いません。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2592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5688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318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9414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99071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28472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763006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10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6819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97598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72699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76737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800468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848296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896124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90526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907097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2026-10-27T05:06:30Z</dcterms:created>
  <dcterms:modified xsi:type="dcterms:W3CDTF">2026-10-27T05:06:30Z</dcterms:modified>
</cp:coreProperties>
</file>