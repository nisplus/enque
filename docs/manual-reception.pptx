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B850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3291840"/>
            <a:ext cx="64282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企業周遊アンケートシステム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3703320"/>
            <a:ext cx="642823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5257800"/>
            <a:ext cx="642823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見せる交換コードを確認して、景品をお渡しするまでの手順です。**パソコン＋バーコードリーダー**でも、**スマートフォン1台**でも対応できます。当日はこの資料を受付卓に置いてお使いください。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9683496"/>
            <a:ext cx="64282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A4縦で印刷できます。画面例はテスト環境のもので、実際の表示とは名称や件数が異なる場合があります。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受付で使う端末ごとに、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事前にログインを済ませておいてください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。ログインしていないと、QRコードを読み取っても交換の画面が開きません。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66928" y="19961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961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778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ブラウザで、事務局から案内された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管理画面のURL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を開く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533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533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350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事務局から配られた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ユーザー名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と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を入力して「ログイン」を押す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91058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91058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9229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「景品交換の照会」の画面が開けば準備完了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66928" y="334949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58368" y="344093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950976" y="345922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ログインは一度すればしばらく保たれます。当日の朝にもう一度開いて、画面が出ることを確かめておくと安心です。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566928" y="4047109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58368" y="4138549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950976" y="4156837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パスワードは受付スタッフ以外に教えないでください。端末を共用する場合は、画面ロックをかけておいてください。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4854448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パソコン＋バーコードリーダーを使う場合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566928" y="52036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566928" y="52036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969264" y="51854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ログインしたら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「景品交換の照会」の画面を開いたまま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にする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566928" y="56608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66928" y="56608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969264" y="56426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読み取り欄（大きな入力欄）に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カーソルが入っていること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を確かめる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566928" y="6118098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66928" y="611809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69264" y="6099810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ためしに1回読み取って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みる（手元の紙のQRでも、画面のQRでも構いません）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566928" y="6557010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658368" y="6648450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950976" y="6666738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リーダーは「読み取った文字＋Enter」をキーボードのように打ち込む設定にしてください（多くの製品は初期設定のままで大丈夫です）。</a:t>
            </a:r>
            <a:endParaRPr lang="en-US" sz="1050" dirty="0"/>
          </a:p>
        </p:txBody>
      </p:sp>
      <p:sp>
        <p:nvSpPr>
          <p:cNvPr id="33" name="Text 3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当日までの準備（前日までに1回）（つづき）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727" y="1481328"/>
            <a:ext cx="4468633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管理画面のログイン画面（スマートフォンの画面）。ユーザー名・パスワードの入力欄が見えるもの。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5449824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「交換コードを表示する」の掲示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566928" y="578078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事務局から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交換コードの呼び出し用のQRコード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（A4の紙）が届きます。受付の見やすい場所に貼ってください。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6277356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来場者が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自分のスマートフォン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でこのQRコードを読み取ると、その方の交換コードの画面が開きます。</a:t>
            </a:r>
            <a:endParaRPr lang="en-US" sz="1100" dirty="0"/>
          </a:p>
        </p:txBody>
      </p:sp>
      <p:sp>
        <p:nvSpPr>
          <p:cNvPr id="9" name="Text 6"/>
          <p:cNvSpPr txBox="1"/>
          <p:nvPr/>
        </p:nvSpPr>
        <p:spPr>
          <a:xfrm>
            <a:off x="566928" y="6773926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ブラウザを閉じてしまった方への案内に使います。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パソコン＋バーコードリーダーの場合（読み取るだけ）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「景品交換の照会」の画面を開いたままにする（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読み取り欄にカーソルが入った状態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になります）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473579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473579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455291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渡す景品を選んでおく（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景品が1種類なら最初から選ばれています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。選んだ内容はその端末が覚えます）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3006852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300685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988564"/>
            <a:ext cx="6025896" cy="4784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来場者のQRコードを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読み取るだけ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。そのまま交換済みとして記録され、画面に結果が出ます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521837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読み取ると、次のどれかが大きく表示されます。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3815842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交換済みにしました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（景品名と残数）→ そのまま次の方を読み取れます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713232" y="4091559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すでに交換済みです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（日時）→ 記録は変わりません。お渡しするかはスタッフでご判断ください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" y="4367276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交換コードが見つかりません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もう一度読み取ってください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464299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73443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75272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読み取り間違いに気づいたら、画面に出る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「直前の記録を取り消す」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で戻せます。戻したあとは、もう一度読み取れば交換できます。</a:t>
            </a:r>
            <a:endParaRPr lang="en-US" sz="1050" dirty="0"/>
          </a:p>
        </p:txBody>
      </p:sp>
      <p:pic>
        <p:nvPicPr>
          <p:cNvPr id="21" name="Image 0" descr="C:\Users\sato\Desktop\enque\docs\images\p-claim-sav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10355" y="5340604"/>
            <a:ext cx="4541378" cy="3474720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566928" y="887018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読み取った直後の画面（「交換済みにしました」と「直前の記録を取り消す」が見えるもの）。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9199372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58368" y="9290812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2"/>
          <p:cNvSpPr txBox="1"/>
          <p:nvPr/>
        </p:nvSpPr>
        <p:spPr>
          <a:xfrm>
            <a:off x="950976" y="9309100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記録せずに確認だけしたいときは、</a:t>
            </a:r>
            <a:pPr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「読み取ったらそのまま交換済みにする」のチェックを外して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ください。外すと、これまでどおり内容を見てからボタンで記録します。</a:t>
            </a:r>
            <a:endParaRPr lang="en-US" sz="1050" dirty="0"/>
          </a:p>
        </p:txBody>
      </p:sp>
      <p:sp>
        <p:nvSpPr>
          <p:cNvPr id="26" name="Text 2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交換の流れ（つづき）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スマートフォンの場合（3ステップ）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66928" y="19403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66928" y="19403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9220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来場者のスマートフォンに表示された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を読み取る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66928" y="23975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66928" y="23975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969264" y="23792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画面で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未交換か交換済みか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を確かめ、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渡す景品を選ぶ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66928" y="285470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66928" y="285470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69264" y="283641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「交換済みにする」を押して記録する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566928" y="329361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くわしい手順は、次の「手順1〜3」をご覧ください。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66928" y="3587623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58368" y="36790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50976" y="3697351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来場者の画面には「交換コード」（例：ABCD-2345）とQRコードが表示されています。スクリーンショットを見せられた場合も同じように読み取れます。</a:t>
            </a:r>
            <a:endParaRPr lang="en-US" sz="1050" dirty="0"/>
          </a:p>
        </p:txBody>
      </p:sp>
      <p:pic>
        <p:nvPicPr>
          <p:cNvPr id="18" name="Image 0" descr="C:\Users\sato\Desktop\enque\docs\images\p-scan-des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525" y="4285234"/>
            <a:ext cx="4471038" cy="3474720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566928" y="7814818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受付の「景品交換の照会」画面。読み取り欄と「渡す景品」が見えるもの。</a:t>
            </a:r>
            <a:endParaRPr lang="en-US" sz="950" dirty="0"/>
          </a:p>
        </p:txBody>
      </p:sp>
      <p:sp>
        <p:nvSpPr>
          <p:cNvPr id="20" name="Text 17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交換の流れ（つづき）</a:t>
            </a:r>
            <a:endParaRPr lang="en-US" sz="2200" dirty="0"/>
          </a:p>
        </p:txBody>
      </p:sp>
      <p:pic>
        <p:nvPicPr>
          <p:cNvPr id="4" name="Image 0" descr="C:\Users\sato\Desktop\enque\docs\images\p-visitor-do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266610" y="1481328"/>
            <a:ext cx="1028869" cy="347472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501091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来場者の「回答済み画面」。大きな交換コードとQRコードが写っているもの。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手順1：QRコードを読み取る（スマートフォンの場合）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読み取り方は2通りあります。どちらでも同じ画面が開きます。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方法A：照会画面のボタンから読み取る（おすすめ）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66928" y="22343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66928" y="22343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969264" y="22160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「景品交換の照会」の画面で、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「カメラでQRコードを読み取る」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566928" y="26915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66928" y="26915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969264" y="26732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カメラの使用を聞かれたら</a:t>
            </a:r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「許可」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を選ぶ（最初の1回だけ）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66928" y="31487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66928" y="31487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969264" y="31304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画面の枠に、来場者のQRコードを入れる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66928" y="3605911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66928" y="3605911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69264" y="3587623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読み取れると、自動で照会結果に切り替わる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66928" y="404482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58368" y="413626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950976" y="415455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続けて何人も対応するときは、この方法が速いです。アプリを切り替える必要がありません。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566928" y="4658805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方法B：スマートフォンの標準カメラで読み取る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566928" y="50080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66928" y="50080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24" name="Text 22"/>
          <p:cNvSpPr txBox="1"/>
          <p:nvPr/>
        </p:nvSpPr>
        <p:spPr>
          <a:xfrm>
            <a:off x="969264" y="49897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カメラアプリを開いて、来場者のQRコードに向ける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566928" y="54652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566928" y="54652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969264" y="54469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画面に出たリンクを押す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566928" y="5922455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66928" y="5922455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969264" y="5904167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照会結果の画面が開く</a:t>
            </a:r>
            <a:endParaRPr lang="en-US" sz="1150" dirty="0"/>
          </a:p>
        </p:txBody>
      </p:sp>
      <p:sp>
        <p:nvSpPr>
          <p:cNvPr id="31" name="Shape 29"/>
          <p:cNvSpPr/>
          <p:nvPr/>
        </p:nvSpPr>
        <p:spPr>
          <a:xfrm>
            <a:off x="566928" y="636136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58368" y="645280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50976" y="647109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「ログインが必要です」と表示されたときは、そのスマートフォンがログアウトしています。画面のリンクからログインし直してください。</a:t>
            </a:r>
            <a:endParaRPr lang="en-US" sz="1050" dirty="0"/>
          </a:p>
        </p:txBody>
      </p:sp>
      <p:sp>
        <p:nvSpPr>
          <p:cNvPr id="34" name="Text 32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手順1：QRコードを読み取る（スマートフォンの場合）（つづき）</a:t>
            </a:r>
            <a:endParaRPr lang="en-US" sz="2200" dirty="0"/>
          </a:p>
        </p:txBody>
      </p:sp>
      <p:pic>
        <p:nvPicPr>
          <p:cNvPr id="4" name="Image 0" descr="C:\Users\sato\Desktop\enque\docs\images\p-scan-butt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481328"/>
            <a:ext cx="6428232" cy="308829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66928" y="462448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照会画面の「カメラでQRコードを読み取る」ボタンの周辺。</a:t>
            </a:r>
            <a:endParaRPr lang="en-US" sz="95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手順2：画面を確認して景品を選ぶ（スマートフォンの場合）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読み取ると、交換コードと状態が表示されます。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8506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「未交換です」と出た場合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21602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そのままお渡しできます。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渡す景品を選んで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ください。選択肢には残りの数が出ています。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66928" y="26197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「交換済み（日時）」と出た場合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566928" y="2950718"/>
            <a:ext cx="6428232" cy="6625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すでにお渡しした記録があります。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来場者にはその旨を表示していません。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「もう1回まわった」「まだもらっていない」などお申し出があれば、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お渡しして構いません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。判断に迷う場合は事務局にご確認ください。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3649853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3741293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3759581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画面には、その方が回答したブースの数も出ます。目安としてご覧ください。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66928" y="415410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58368" y="424554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50976" y="426383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在庫がなくなった景品も選べます。実際にお渡ししたものを記録することを優先してください（あとで用意した数を超えた分が分かるようになっています）。</a:t>
            </a:r>
            <a:endParaRPr lang="en-US" sz="1050" dirty="0"/>
          </a:p>
        </p:txBody>
      </p:sp>
      <p:pic>
        <p:nvPicPr>
          <p:cNvPr id="15" name="Image 0" descr="C:\Users\sato\Desktop\enque\docs\images\p-claim-ope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32342" y="4851718"/>
            <a:ext cx="2297403" cy="3474720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566928" y="8381302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照会結果の画面。「未交換です」の表示と、景品を選ぶプルダウン（残りの数が見えるもの）。</a:t>
            </a:r>
            <a:endParaRPr lang="en-US" sz="950" dirty="0"/>
          </a:p>
        </p:txBody>
      </p:sp>
      <p:sp>
        <p:nvSpPr>
          <p:cNvPr id="17" name="Text 1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手順3：交換済みにする（スマートフォンの場合）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566928" y="14996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66928" y="14996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9264" y="14813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渡す景品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を選ぶ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66928" y="19568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66928" y="19568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69264" y="19385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必要ならメモ欄に記入する（例：在庫切れのため別の景品に変更）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66928" y="24140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66928" y="2414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969264" y="23957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「交換済みにする」</a:t>
            </a:r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を押す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66928" y="28712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66928" y="28712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969264" y="28529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確認のメッセージが出たら「OK」を押す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66928" y="3328416"/>
            <a:ext cx="274320" cy="274320"/>
          </a:xfrm>
          <a:prstGeom prst="ellipse">
            <a:avLst/>
          </a:prstGeom>
          <a:solidFill>
            <a:srgbClr val="B85042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66928" y="3328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969264" y="3310128"/>
            <a:ext cx="60258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「交換済みとして記録しました（景品名） 残数 ◯個」と出れば完了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376732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次の方を対応するときは、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「次の来場者を照会する」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を押してから、またQRコードを読み取ってください。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残りの数を確認する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48132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照会画面の下に、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景品の残数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の表があります。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1775333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用意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：事務局が登録した数量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713232" y="2051050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交換済み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：これまでにお渡しした数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713232" y="2326767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：残っている数（「—」は数量を管理していない景品）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602484"/>
            <a:ext cx="6281928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超過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：用意した数を超えてお渡しした数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66928" y="2878201"/>
            <a:ext cx="6428232" cy="431102"/>
          </a:xfrm>
          <a:prstGeom prst="roundRect">
            <a:avLst>
              <a:gd name="adj" fmla="val 1272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58368" y="2969641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50976" y="2987929"/>
            <a:ext cx="5925312" cy="24822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残りが少なくなってきたら、早めに事務局へお知らせください。</a:t>
            </a:r>
            <a:endParaRPr lang="en-US" sz="1050" dirty="0"/>
          </a:p>
        </p:txBody>
      </p:sp>
      <p:pic>
        <p:nvPicPr>
          <p:cNvPr id="12" name="Image 0" descr="C:\Users\sato\Desktop\enque\docs\images\p-st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18596" y="3382455"/>
            <a:ext cx="3524896" cy="347472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566928" y="6912039"/>
            <a:ext cx="6428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照会画面の下部にある「景品の残数」の表。</a:t>
            </a:r>
            <a:endParaRPr lang="en-US" sz="9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57200"/>
            <a:ext cx="64282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総合受付マニュアル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713232"/>
            <a:ext cx="6428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困ったときは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59105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QRコードが読み取れない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922018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来場者の画面に表示されている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交換コード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（例：ABCD-2345）を、読み取り欄に手で入力して「照会する」を押してください。小文字やハイフンなしで入力しても大丈夫です。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66928" y="2418588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AEAE7"/>
          </a:solidFill>
          <a:ln w="9525">
            <a:solidFill>
              <a:srgbClr val="B8504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8368" y="25100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50976" y="2528316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リーダーが読み取った文字（</a:t>
            </a:r>
            <a:pPr indent="0" marL="0">
              <a:lnSpc>
                <a:spcPct val="120000"/>
              </a:lnSpc>
              <a:buNone/>
            </a:pPr>
            <a:r>
              <a:rPr lang="en-US" sz="998" dirty="0">
                <a:solidFill>
                  <a:srgbClr val="22222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https://…/c/ABCD-2345</a:t>
            </a:r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のようなURL）がそのまま入っても照会できます。貼り付けでも構いません。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322592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「該当する交換コードが見つかりません」と出る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566928" y="355688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入力した文字をご確認ください。数字の0とアルファベットのO、1とIは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使われていません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。読み間違いの可能性があります。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66928" y="4163187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来場者の画面に交換コードが出ていない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" y="4494149"/>
            <a:ext cx="6428232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ブラウザを閉じてしまった場合は、受付に掲示している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「交換コードを表示する」のQRコード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を、ご本人のスマートフォンで読み取っていただいてください。その場で交換コードが表示されます。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566928" y="4990719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それでも出ない場合は、次のどちらかです。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713232" y="5284724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まだどのブースのアンケートにも回答していない →「ブースのQRコードからアンケートに回答すると表示されます」とご案内ください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13232" y="5763006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回答したときと別のスマートフォン・別のブラウザ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で読み取っている → ご本人に心当たりを伺い、回答したブース数などを確認したうえで、お渡しするかはスタッフでご判断ください</a:t>
            </a:r>
            <a:endParaRPr lang="en-US" sz="1100" dirty="0"/>
          </a:p>
        </p:txBody>
      </p:sp>
      <p:sp>
        <p:nvSpPr>
          <p:cNvPr id="16" name="Text 14"/>
          <p:cNvSpPr txBox="1"/>
          <p:nvPr/>
        </p:nvSpPr>
        <p:spPr>
          <a:xfrm>
            <a:off x="566928" y="6351016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メールアドレスを間違えたと言われた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566928" y="668197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来場者ご自身で直せます。</a:t>
            </a:r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回答済み画面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（交換コードが出ている画面）の下にある</a:t>
            </a:r>
            <a:endParaRPr lang="en-US" sz="11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" y="6975983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b="1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「登録したメールアドレスを変更する」</a:t>
            </a:r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を開いて、新しいアドレスを入れていただいてください。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66928" y="7269988"/>
            <a:ext cx="6428232" cy="2574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受付側でアドレスを見たり直したりすることはできません。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66928" y="7673721"/>
            <a:ext cx="6428232" cy="2578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カメラが起動しない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713232" y="8004683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カメラの使用を「許可」していない可能性があります。ブラウザの設定からこのサイトのカメラを許可してください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713232" y="8482965"/>
            <a:ext cx="6281928" cy="4599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buSzPct val="100000"/>
              <a:buChar char="●"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それでも動かない場合は、標準のカメラアプリで読み取る方法（方法B）か、コードの手入力をお使いください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66928" y="8961247"/>
            <a:ext cx="6428232" cy="624459"/>
          </a:xfrm>
          <a:prstGeom prst="roundRect">
            <a:avLst>
              <a:gd name="adj" fmla="val 8786"/>
            </a:avLst>
          </a:prstGeom>
          <a:solidFill>
            <a:srgbClr val="FDF0E6"/>
          </a:solidFill>
          <a:ln w="9525">
            <a:solidFill>
              <a:srgbClr val="E08A3C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58368" y="9052687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25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！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950976" y="9070975"/>
            <a:ext cx="5925312" cy="44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判断に迷ったときは、来場者をお待たせしないことを優先し、お渡ししたうえでメモ欄に状況を記録してください。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566928" y="10186416"/>
            <a:ext cx="64282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総合受付向け　12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総合受付マニュアル</dc:title>
  <dc:subject>PptxGenJS Presentation</dc:subject>
  <dc:creator>企業周遊アンケートシステム</dc:creator>
  <cp:lastModifiedBy>企業周遊アンケートシステム</cp:lastModifiedBy>
  <cp:revision>1</cp:revision>
  <dcterms:created xsi:type="dcterms:W3CDTF">2026-10-11T07:53:19Z</dcterms:created>
  <dcterms:modified xsi:type="dcterms:W3CDTF">2026-10-11T07:53:19Z</dcterms:modified>
</cp:coreProperties>
</file>