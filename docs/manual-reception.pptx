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A4縦で印刷できます。スクリーンショットの枠は、実際の画面を撮って貼り替えてください。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44720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749808" y="5128768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494528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50539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49808" y="3934587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300347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7058978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749808" y="7443026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41248" y="7808785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851718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49808" y="5235766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5601526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263898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749808" y="4647946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013706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382455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749808" y="3766503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132263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73379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212080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6903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57818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58000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2026-09-21T01:19:30Z</dcterms:created>
  <dcterms:modified xsi:type="dcterms:W3CDTF">2026-09-21T01:19:30Z</dcterms:modified>
</cp:coreProperties>
</file>