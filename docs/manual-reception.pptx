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3665" y="3550539"/>
            <a:ext cx="309475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73379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212080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6903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57818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8000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2026-09-22T11:40:10Z</dcterms:created>
  <dcterms:modified xsi:type="dcterms:W3CDTF">2026-09-22T11:40:10Z</dcterms:modified>
</cp:coreProperties>
</file>