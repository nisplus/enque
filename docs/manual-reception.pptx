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85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来場者が見せる交換コードを確認して、景品をお渡しするまでの手順です。スマートフォン1台で操作できます。当日はこの資料を受付卓に置いてお使いください。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受付で使うスマートフォンごとに、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事前にログインを済ませておいてください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。ログインしていないと、QRコードを読み取っても交換の画面が開きません。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9961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961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778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533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533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4350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を入力して「ログイン」を押す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9105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9105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922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「景品交換の照会」の画面が開けば準備完了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34949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44093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45922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ログインは一度すればしばらく保たれます。当日の朝にもう一度開いて、画面が出ることを確かめておくと安心です。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04710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13854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15683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パスワードは受付スタッフ以外に教えないでください。スマートフォンを共用する場合は、画面ロックをかけておいてください。</a:t>
            </a:r>
            <a:endParaRPr lang="en-US" sz="1050" dirty="0"/>
          </a:p>
        </p:txBody>
      </p:sp>
      <p:pic>
        <p:nvPicPr>
          <p:cNvPr id="20" name="Image 0" descr="C:\Users\sato\Desktop\enque\docs\images\p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727" y="4744720"/>
            <a:ext cx="4468633" cy="34747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827430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管理画面のログイン画面（スマートフォンの画面）。ユーザー名・パスワードの入力欄が見えるもの。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87132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「交換コードを表示する」の掲示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90441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交換コードの呼び出し用のQRコード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（A4の紙）が届きます。受付の見やすい場所に貼ってください。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当日までの準備（前日までに1回）（つづき）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自分のスマートフォン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でこのQRコードを読み取ると、その方の交換コードの画面が開きます。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778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ブラウザを閉じてしまった方への案内に使います。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交換の流れ（3ステップ）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来場者のスマートフォンに表示された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を読み取る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未交換か交換済みか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を確かめ、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渡す景品を選ぶ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「交換済みにする」を押して記録する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2944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29626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来場者の画面には「交換コード」（例：ABCD-2345）とQRコードが表示されています。スクリーンショットを見せられた場合も同じように読み取れます。</a:t>
            </a:r>
            <a:endParaRPr lang="en-US" sz="1050" dirty="0"/>
          </a:p>
        </p:txBody>
      </p:sp>
      <p:pic>
        <p:nvPicPr>
          <p:cNvPr id="16" name="Image 0" descr="C:\Users\sato\Desktop\enque\docs\images\p-visitor-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23981" y="3550539"/>
            <a:ext cx="1314127" cy="34747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66928" y="708012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来場者の「回答済み画面」。大きな交換コードとQRコードが写っているもの。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読み取り方は2通りあります。どちらでも同じ画面が開きます。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方法A：照会画面のボタンから読み取る（おすすめ）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「景品交換の照会」の画面で、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カメラの使用を聞かれたら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「許可」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を選ぶ（最初の1回だけ）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画面の枠に、来場者のQRコードを入れる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読み取れると、自動で照会結果に切り替わる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4482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1362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15455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続けて何人も対応するときは、この方法が速いです。アプリを切り替える必要がありません。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6588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方法B：スマートフォンの標準カメラで読み取る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0080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080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9897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カメラアプリを開いて、来場者のQRコードに向ける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652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4652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4469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画面に出たリンクを押す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9224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922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9041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照会結果の画面が開く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6136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8368" y="645280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50976" y="647109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「ログインが必要です」と表示されたときは、そのスマートフォンがログアウトしています。画面のリンクからログインし直してください。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手順1：QRコードを読み取る（つづき）</a:t>
            </a:r>
            <a:endParaRPr lang="en-US" sz="2200" dirty="0"/>
          </a:p>
        </p:txBody>
      </p:sp>
      <p:pic>
        <p:nvPicPr>
          <p:cNvPr id="4" name="Image 0" descr="C:\Users\sato\Desktop\enque\docs\images\p-scan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6428232" cy="34657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019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照会画面の上部。「QRコードを読み取る」ボタンが見えるもの。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手順2：画面を確認して景品を選ぶ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読み取ると、交換コードと状態が表示されます。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「未交換です」と出た場合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1602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そのままお渡しできます。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渡す景品を選んで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ください。選択肢には残りの数が出ています。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197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「交換済み（日時）」と出た場合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50718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すでにお渡しした記録があります。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来場者にはその旨を表示していません。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「もう1回まわった」「まだもらっていない」などお申し出があれば、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お渡しして構いません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。判断に迷う場合は事務局にご確認ください。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64985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74129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75958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画面には、その方が回答したブースの数も出ます。目安としてご覧ください。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415410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2455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26383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在庫がなくなった景品も選べます。実際にお渡ししたものを記録することを優先してください（あとで用意した数を超えた分が分かるようになっています）。</a:t>
            </a:r>
            <a:endParaRPr lang="en-US" sz="1050" dirty="0"/>
          </a:p>
        </p:txBody>
      </p:sp>
      <p:pic>
        <p:nvPicPr>
          <p:cNvPr id="15" name="Image 0" descr="C:\Users\sato\Desktop\enque\docs\images\p-claim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2342" y="4851718"/>
            <a:ext cx="2297403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38130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照会結果の画面。「未交換です」の表示と、景品を選ぶプルダウン（残りの数が見えるもの）。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手順3：交換済みにする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必要ならメモ欄に記入する（例：在庫切れのため別の景品に変更）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712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28529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確認のメッセージが出たら「OK」を押す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3284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33101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「交換済みとして記録しました（景品名） 残数 ◯個」と出れば完了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767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次の方を対応するときは、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「次の来場者を照会する」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を押してから、またQRコードを読み取ってください。</a:t>
            </a:r>
            <a:endParaRPr lang="en-US" sz="1100" dirty="0"/>
          </a:p>
        </p:txBody>
      </p:sp>
      <p:pic>
        <p:nvPicPr>
          <p:cNvPr id="20" name="Image 0" descr="C:\Users\sato\Desktop\enque\docs\images\p-claim-sav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263898"/>
            <a:ext cx="6428232" cy="287097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18973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「交換済みとして記録しました」のメッセージが出ている画面。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残りの数を確認する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景品の残数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の表があります。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：事務局が登録した数量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交換済み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：これまでにお渡しした数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：残っている数（「—」は数量を管理していない景品）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：用意した数を超えてお渡しした数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8782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9696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29879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残りが少なくなってきたら、早めに事務局へお知らせください。</a:t>
            </a:r>
            <a:endParaRPr lang="en-US" sz="1050" dirty="0"/>
          </a:p>
        </p:txBody>
      </p:sp>
      <p:pic>
        <p:nvPicPr>
          <p:cNvPr id="12" name="Image 0" descr="C:\Users\sato\Desktop\enque\docs\images\p-st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596" y="3382455"/>
            <a:ext cx="352489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69120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照会画面の下部にある「景品の残数」の表。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QRコードが読み取れない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来場者の画面に表示されている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（例：ABCD-2345）を、照会画面の入力欄に手で入力して「照会する」を押してください。小文字やハイフンなしで入力しても大丈夫です。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「該当する交換コードが見つかりません」と出る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入力した文字をご確認ください。数字の0とアルファベットのO、1とIは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使われていません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。読み間違いの可能性があります。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来場者の画面に交換コードが出ていない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79653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ブラウザを閉じてしまった場合は、受付に掲示している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「交換コードを表示する」のQRコード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を、ご本人のスマートフォンで読み取っていただいてください。その場で交換コードが表示されます。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29310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それでも出ない場合は、次のどちらかです。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587113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 →「ブースのQRコードからアンケートに回答すると表示されます」とご案内ください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5065395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回答したときと別のスマートフォン・別のブラウザ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で読み取っている → ご本人に心当たりを伺い、回答したブース数などを確認したうえで、お渡しするかはスタッフでご判断ください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6534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メールアドレスを間違えたと言われた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98436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来場者ご自身で直せます。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（交換コードが出ている画面）の下にある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27837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「登録したメールアドレスを変更する」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を開いて、新しいアドレスを入れていただいてください。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57237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受付側でアドレスを見たり直したりすることはできません。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697611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カメラが起動しない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7307072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カメラの使用を「許可」していない可能性があります。ブラウザの設定からこのサイトのカメラを許可してください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7785354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それでも動かない場合は、標準のカメラアプリで読み取る方法（方法B）か、コードの手入力をお使いください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826363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83550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8373364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判断に迷ったときは、来場者をお待たせしないことを優先し、お渡ししたうえでメモ欄に状況を記録してください。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総合受付マニュアル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2026-10-01T08:47:45Z</dcterms:created>
  <dcterms:modified xsi:type="dcterms:W3CDTF">2026-10-01T08:47:45Z</dcterms:modified>
</cp:coreProperties>
</file>