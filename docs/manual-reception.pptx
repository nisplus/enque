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7132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90441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6610" y="3550539"/>
            <a:ext cx="102886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2931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58711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06539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6534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98436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27837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57237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97611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730707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778535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826363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83550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837336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2026-10-02T07:18:40Z</dcterms:created>
  <dcterms:modified xsi:type="dcterms:W3CDTF">2026-10-02T07:18:40Z</dcterms:modified>
</cp:coreProperties>
</file>