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パソコン＋バーコードリーダーの場合（読み取るだけ）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「景品交換の照会」の画面を開いたままにする（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読み取り欄にカーソルが入った状態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73579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735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55291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渡す景品を選んでおく（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景品が1種類なら最初から選ばれています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。選んだ内容はその端末が覚えます）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6852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0068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98856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来場者のQRコードを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読み取るだけ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。そのまま交換済みとして記録され、画面に結果が出ます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2183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読み取ると、次のどれかが大きく表示されます。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81584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交換済みにしました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（景品名と残数）→ そのまま次の方を読み取れます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09155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すでに交換済みです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（日時）→ 記録は変わりません。お渡しするかはスタッフでご判断ください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36727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交換コードが見つかりません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もう一度読み取ってください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64299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73443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75272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読み取り間違いに気づいたら、画面に出る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「直前の記録を取り消す」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で戻せます。戻したあとは、もう一度読み取れば交換できます。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34060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4320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45033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記録せずに確認だけしたいときは、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「読み取ったらそのまま交換済みにする」のチェックを外して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ください。外すと、これまでどおり内容を見てからボタンで記録します。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147943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スマートフォンの場合（3ステップ）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" y="6497193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64971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6478905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954393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9543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936105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7411593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741159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7393305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85050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" y="794194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50976" y="796023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de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525" y="1481328"/>
            <a:ext cx="4471038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受付の「景品交換の照会」画面。読み取り欄と「渡す景品」が見えるもの。</a:t>
            </a:r>
            <a:endParaRPr lang="en-US" sz="950" dirty="0"/>
          </a:p>
        </p:txBody>
      </p:sp>
      <p:pic>
        <p:nvPicPr>
          <p:cNvPr id="6" name="Image 1" descr="C:\Users\sato\Desktop\enque\docs\images\p-visitor-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610" y="5340096"/>
            <a:ext cx="1028869" cy="3474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" y="886968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2026-10-11T07:41:29Z</dcterms:created>
  <dcterms:modified xsi:type="dcterms:W3CDTF">2026-10-11T07:41:29Z</dcterms:modified>
</cp:coreProperties>
</file>