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**パソコン＋バーコードリーダー**でも、**スマートフォン1台**でも対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受付で使う端末ごとに、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パスワードは受付スタッフ以外に教えないでください。端末を共用する場合は、画面ロックをかけておいてください。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85444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パソコン＋バーコードリーダーを使う場合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2036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52036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51854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ログインしたら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6608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6608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6426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読み取り欄（大きな入力欄）に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カーソルが入っていること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61180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61180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60998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ためしに1回読み取って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みる（手元の紙のQRでも、画面のQRでも構いません）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55701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664845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" y="666673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リーダーは「読み取った文字＋Enter」をキーボードのように打ち込む設定にしてください（多くの製品は初期設定のままで大丈夫です）。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1481328"/>
            <a:ext cx="446863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77392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パソコン＋バーコードリーダーの場合（読み取るだけ）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「景品交換の照会」の画面を開いたままにする（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読み取り欄にカーソルが入った状態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73579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735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55291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渡す景品を選んでおく（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景品が1種類なら最初から選ばれています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。選んだ内容はその端末が覚えます）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6852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0068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98856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来場者のQRコードを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読み取るだけ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。そのまま交換済みとして記録され、画面に結果が出ます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2183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読み取ると、次のどれかが大きく表示されます。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81584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交換済みにしました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（景品名と残数）→ そのまま次の方を読み取れます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09155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すでに交換済みです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（日時）→ 記録は変わりません。お渡しするかはスタッフでご判断ください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36727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交換コードが見つかりません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もう一度読み取ってください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64299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73443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75272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読み取り間違いに気づいたら、画面に出る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「直前の記録を取り消す」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で戻せます。戻したあとは、もう一度読み取れば交換できます。</a:t>
            </a:r>
            <a:endParaRPr lang="en-US" sz="1050" dirty="0"/>
          </a:p>
        </p:txBody>
      </p:sp>
      <p:pic>
        <p:nvPicPr>
          <p:cNvPr id="21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0355" y="5340604"/>
            <a:ext cx="4541378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87018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読み取った直後の画面（「交換済みにしました」と「直前の記録を取り消す」が見えるもの）。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919937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92908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50976" y="930910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記録せずに確認だけしたいときは、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「読み取ったらそのまま交換済みにする」のチェックを外して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ください。外すと、これまでどおり内容を見てからボタンで記録します。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スマートフォンの場合（3ステップ）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2936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くわしい手順は、次の「手順1〜3」をご覧ください。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8" name="Image 0" descr="C:\Users\sato\Desktop\enque\docs\images\p-scan-de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525" y="4285234"/>
            <a:ext cx="4471038" cy="34747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66928" y="78148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受付の「景品交換の照会」画面。読み取り欄と「渡す景品」が見えるもの。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pic>
        <p:nvPicPr>
          <p:cNvPr id="4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1481328"/>
            <a:ext cx="1028869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「カメラでQRコードを読み取る」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0882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462448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照会画面の「カメラでQRコードを読み取る」ボタンの周辺。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手順3：交換済みにする（スマートフォンの場合）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（例：ABCD-2345）を、読み取り欄に手で入力して「照会する」を押してください。小文字やハイフンなしで入力しても大丈夫です。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1858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5100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2831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リーダーが読み取った文字（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https://…/c/ABCD-2345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のようなURL）がそのまま入っても照会できます。貼り付けでも構いません。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2592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5688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16318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9414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99071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28472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5763006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10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6819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97598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72699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767372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800468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848296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896124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905268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907097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2026-10-16T01:06:18Z</dcterms:created>
  <dcterms:modified xsi:type="dcterms:W3CDTF">2026-10-16T01:06:18Z</dcterms:modified>
</cp:coreProperties>
</file>