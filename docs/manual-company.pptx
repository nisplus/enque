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自社ブースのアンケートを作り、回答状況を確認するための手順です。操作できるのは自社のぶんだけで、他社のデータは表示されません。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A4縦で印刷できます。スクリーンショットの枠は、実際の画面を撮って貼り替えてください。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できること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4813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自社アンケートの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設問を作る・直す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570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回答数や集計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をその場で見る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327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でダウンロードする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084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自社ブース用の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を確認・印刷する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8419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75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9392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他社の回答数や回答内容は見られません。イベント全体の集計は主催者のみが確認します。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1981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用意するもの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29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04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パソコン、またはスマートフォン（どちらでも操作できます）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4080573"/>
            <a:ext cx="6428232" cy="2606040"/>
          </a:xfrm>
          <a:prstGeom prst="roundRect">
            <a:avLst>
              <a:gd name="adj" fmla="val 175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749808" y="4464622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［ スクリーンショット ］ ここに貼り付けてください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4830382"/>
            <a:ext cx="5879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自社ダッシュボードの全体像（回答数・重複送信・設問数のタイルが見えるもの）。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「ログイン」を押す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ログインすると、自社の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が開きます。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パスワードを何度も間違えると、しばらくログインできなくなります（1分ほどで解除されます）。分からなくなった場合は事務局にご連絡ください。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画面右上の「ログアウト（お名前）」から、いつでもログアウトできます。共用のパソコンを使う場合は、終わったらログアウトしてください。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542155"/>
            <a:ext cx="6428232" cy="2606040"/>
          </a:xfrm>
          <a:prstGeom prst="roundRect">
            <a:avLst>
              <a:gd name="adj" fmla="val 175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749808" y="4926203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［ スクリーンショット ］ ここに貼り付けてください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5291963"/>
            <a:ext cx="5879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管理画面のログイン画面。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「アンケートを編集」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から作成します。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を入力する（例：〇〇株式会社 アンケート）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を入れる（回答画面の最初に出ます）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224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36224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6041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答えを必ずもらいたい設問は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「必須にする」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079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079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" y="4061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536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4536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" y="4518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「公開する」にチェックを入れて「保存する」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0854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設問の種類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54164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単一選択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：選択肢から1つ選ぶ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692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：選択肢からいくつでも選べる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5967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自由記述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：文章で書いてもらう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62435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評価（星5段階）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：満足度などに向いています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65192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NPS（0〜10）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：「知人にすすめたいか」を0〜10で聞きます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6795008"/>
            <a:ext cx="6428232" cy="2606040"/>
          </a:xfrm>
          <a:prstGeom prst="roundRect">
            <a:avLst>
              <a:gd name="adj" fmla="val 175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dash"/>
          </a:ln>
        </p:spPr>
      </p:sp>
      <p:sp>
        <p:nvSpPr>
          <p:cNvPr id="33" name="Text 31"/>
          <p:cNvSpPr txBox="1"/>
          <p:nvPr/>
        </p:nvSpPr>
        <p:spPr>
          <a:xfrm>
            <a:off x="749808" y="7179056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［ スクリーンショット ］ ここに貼り付けてください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41248" y="7544816"/>
            <a:ext cx="5879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アンケート編集画面。設問文・種類・選択肢の入力欄が見えるもの。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公開と注意点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「公開する」にチェックを入れて保存しないと、QRコードを読んでも回答できません。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当日までに必ず公開してください。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789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703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886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事務局が「共通設問テンプレート」を用意している場合は、編集画面の下にある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で、全社共通の設問を自社アンケートに追加できます。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9862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設問を直すとき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72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設問文や選択肢は、回答が始まったあとでも直せます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929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設問を削除すると、その設問への回答も一緒に消えます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686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選択肢を変えると、変更前の回答はそのまま残ります（集計時にご注意ください）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414439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423583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425411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回答受付が始まったあとに設問を削除する場合は、先にCSVをダウンロードして保存しておいてください。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842002"/>
            <a:ext cx="6428232" cy="2606040"/>
          </a:xfrm>
          <a:prstGeom prst="roundRect">
            <a:avLst>
              <a:gd name="adj" fmla="val 175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749808" y="5226050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［ スクリーンショット ］ ここに貼り付けてください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" y="5591810"/>
            <a:ext cx="5879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アンケート編集画面の「公開する」チェックボックスと保存ボタンの周辺。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ダッシュボードに次の情報が出ます。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：同じ端末から同じブースに送り直された件数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（選択式は棒グラフ、星評価は平均、NPSはスコア、自由記述は一覧）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15391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24535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326364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数字は回答されるたびに更新されます。画面を再読み込みすると最新になります。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7679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重複送信について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09886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同じ来場者が同じブースで2回送信した場合、2回目以降は「重複」として記録され、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集計からは除かれます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。実際の回答数はそのぶん少なく表示されます。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4595432"/>
            <a:ext cx="6428232" cy="2606040"/>
          </a:xfrm>
          <a:prstGeom prst="roundRect">
            <a:avLst>
              <a:gd name="adj" fmla="val 175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749808" y="4979480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［ スクリーンショット ］ ここに貼り付けてください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5345240"/>
            <a:ext cx="5879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設問ごとの集計グラフ（棒グラフとNPS・星評価の数字が見えるもの）。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回答の一覧とCSV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一覧で見る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「回答一覧」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を押すと、1件ずつの回答内容を新しい順に確認できます（1ページ50件）。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CSVでダウンロードする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「CSVダウンロード」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を押すと、自社ぶんの回答がCSVファイルで保存されます。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15328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42900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1行が1件の回答、設問が列になります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0471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来場者のメールアドレスは含まれません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（匿名のIDのみ）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98043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07187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409016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「重複を含めて表示」を選ぶと、送り直された回答も含めて確認・出力できます。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4484688"/>
            <a:ext cx="6428232" cy="2606040"/>
          </a:xfrm>
          <a:prstGeom prst="roundRect">
            <a:avLst>
              <a:gd name="adj" fmla="val 175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749808" y="4868735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［ スクリーンショット ］ ここに貼り付けてください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5234496"/>
            <a:ext cx="5879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回答一覧の画面（送信日時と回答内容が並んでいるもの）。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自社のQRコード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から、自社ブース用のQRコードを表示・印刷できます。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ブースに掲示するQRコードは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事務局がまとめて印刷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します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追加で必要になった場合や、予備が欲しい場合にお使いください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印刷ダイアログで「PDFとして保存」を選べばPDFになります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60248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939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71221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QRコードのURLは企業ごとに違います。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他社のQRコードを掲示しないよう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ご注意ください。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106738"/>
            <a:ext cx="6428232" cy="2606040"/>
          </a:xfrm>
          <a:prstGeom prst="roundRect">
            <a:avLst>
              <a:gd name="adj" fmla="val 175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749808" y="3490786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［ スクリーンショット ］ ここに貼り付けてください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3856546"/>
            <a:ext cx="5879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QRコードの印刷ページ（自社1社分）。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よくある質問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他社の回答は見られますか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見られません。他社のIDでURLを直接開いても「ページが見つかりません」と表示されます。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57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来場者の名前やメールアドレスは分かりますか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671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分かりません。このシステムでは氏名・住所を一切集めていません。メールアドレスは、イベント終了後の全体アンケートの案内にのみ使われ、事務局側で管理されます（企業には共有されません）。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26301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同じ人が何社まわったか分かりますか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59397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自社の画面では分かりません。イベント全体の傾向は主催者が確認します。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99770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回答が0件のままです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32866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になっているか、イベントが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になっているかをご確認ください。どちらも問題なければ事務局にご相談ください。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93496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アンケートの内容を印刷して確認したい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265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ブラウザの印刷機能で、編集画面や集計画面をそのまま印刷できます。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55599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5651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56696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分からないことがあれば、事務局までお問い合わせください。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企業担当者マニュアル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2026-09-21T01:19:30Z</dcterms:created>
  <dcterms:modified xsi:type="dcterms:W3CDTF">2026-09-21T01:19:30Z</dcterms:modified>
</cp:coreProperties>
</file>