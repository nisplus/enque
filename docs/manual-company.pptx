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C72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0"/>
            <a:ext cx="64282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企業周遊アンケートシステム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3703320"/>
            <a:ext cx="642823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企業担当者マニュアル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5257800"/>
            <a:ext cx="642823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自社ブースのアンケートを作り、回答状況を確認するための手順です。操作できるのは自社のぶんだけで、他社のデータは表示されません。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9683496"/>
            <a:ext cx="64282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A4縦で印刷できます。画面例はテスト環境のもので、実際の表示とは名称や件数が異なる場合があります。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できること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713232" y="1481328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自社アンケートの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設問を作る・直す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713232" y="1757045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自社ブースの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回答数や集計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をその場で見る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713232" y="2032762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回答の一覧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を見る、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CSV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でダウンロードする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713232" y="2308479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自社ブース用の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QRコード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を確認・印刷する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66928" y="2584196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E3F0F4"/>
          </a:solidFill>
          <a:ln w="9525">
            <a:solidFill>
              <a:srgbClr val="1C729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58368" y="267563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950976" y="2693924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他社の回答数や回答内容は見られません。イベント全体の集計は主催者のみが確認します。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566928" y="3198178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用意するもの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713232" y="3529140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事務局から配られた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ユーザー名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と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パスワード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713232" y="3804857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パソコン、またはスマートフォン（どちらでも操作できます）</a:t>
            </a:r>
            <a:endParaRPr lang="en-US" sz="1100" dirty="0"/>
          </a:p>
        </p:txBody>
      </p:sp>
      <p:pic>
        <p:nvPicPr>
          <p:cNvPr id="14" name="Image 0" descr="C:\Users\sato\Desktop\enque\docs\images\c-dashboa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4080573"/>
            <a:ext cx="6428232" cy="2066606"/>
          </a:xfrm>
          <a:prstGeom prst="rect">
            <a:avLst/>
          </a:prstGeom>
        </p:spPr>
      </p:pic>
      <p:sp>
        <p:nvSpPr>
          <p:cNvPr id="15" name="Text 12"/>
          <p:cNvSpPr txBox="1"/>
          <p:nvPr/>
        </p:nvSpPr>
        <p:spPr>
          <a:xfrm>
            <a:off x="566928" y="6202043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自社ダッシュボードの全体像（回答数・重複送信・設問数のタイルが見えるもの）。</a:t>
            </a:r>
            <a:endParaRPr lang="en-US" sz="950" dirty="0"/>
          </a:p>
        </p:txBody>
      </p:sp>
      <p:sp>
        <p:nvSpPr>
          <p:cNvPr id="16" name="Text 13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企業担当者向け　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ログインする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66928" y="1499616"/>
            <a:ext cx="274320" cy="27432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66928" y="14996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969264" y="14813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ブラウザで、事務局から案内された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管理画面のURL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を開く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66928" y="1956816"/>
            <a:ext cx="274320" cy="27432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66928" y="19568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969264" y="19385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ユーザー名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と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パスワード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を入力する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66928" y="2414016"/>
            <a:ext cx="274320" cy="27432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66928" y="24140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969264" y="23957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「ログイン」を押す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566928" y="28529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ログインすると、自社の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ダッシュボード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が開きます。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66928" y="3146933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58368" y="3238373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950976" y="3256661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パスワードを何度も間違えると、しばらくログインできなくなります（1分ほどで解除されます）。分からなくなった場合は事務局にご連絡ください。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66928" y="3844544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E3F0F4"/>
          </a:solidFill>
          <a:ln w="9525">
            <a:solidFill>
              <a:srgbClr val="1C7293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58368" y="393598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950976" y="3954272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画面右上の「ログアウト（お名前）」から、いつでもログアウトできます。共用のパソコンを使う場合は、終わったらログアウトしてください。</a:t>
            </a:r>
            <a:endParaRPr lang="en-US" sz="1050" dirty="0"/>
          </a:p>
        </p:txBody>
      </p:sp>
      <p:pic>
        <p:nvPicPr>
          <p:cNvPr id="20" name="Image 0" descr="C:\Users\sato\Desktop\enque\docs\images\c-log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4542155"/>
            <a:ext cx="6428232" cy="2376597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566928" y="6973616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管理画面のログイン画面。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企業担当者向け　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アンケートの設問を作る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ダッシュボードの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「アンケートを編集」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から作成します。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66928" y="1793621"/>
            <a:ext cx="274320" cy="27432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66928" y="17936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969264" y="17753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タイトル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を入力する（例：〇〇株式会社 アンケート）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66928" y="2250821"/>
            <a:ext cx="274320" cy="27432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66928" y="22508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969264" y="22325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必要なら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説明文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を入れる（回答画面の最初に出ます）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66928" y="2708021"/>
            <a:ext cx="274320" cy="27432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66928" y="27080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969264" y="26897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設問文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を入力し、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種類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を選ぶ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66928" y="3165221"/>
            <a:ext cx="274320" cy="27432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66928" y="31652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969264" y="31469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選択式の場合は、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選択肢を1行に1つ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入力する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66928" y="3622421"/>
            <a:ext cx="274320" cy="27432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566928" y="36224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969264" y="36041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答えを必ずもらいたい設問は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「必須にする」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にチェックを入れる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566928" y="4079621"/>
            <a:ext cx="274320" cy="27432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566928" y="40796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969264" y="40613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「保存して設問を追加」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を押すと、続けて次の設問を入力できます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566928" y="4536821"/>
            <a:ext cx="274320" cy="27432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566928" y="45368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969264" y="45185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最後に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「公開する」にチェックを入れて「保存する」</a:t>
            </a:r>
            <a:endParaRPr lang="en-US" sz="1150" dirty="0"/>
          </a:p>
        </p:txBody>
      </p:sp>
      <p:sp>
        <p:nvSpPr>
          <p:cNvPr id="26" name="Text 24"/>
          <p:cNvSpPr txBox="1"/>
          <p:nvPr/>
        </p:nvSpPr>
        <p:spPr>
          <a:xfrm>
            <a:off x="566928" y="5085461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設問の種類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713232" y="5416423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単一選択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：選択肢から1つ選ぶ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713232" y="5692140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複数選択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：選択肢からいくつでも選べる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713232" y="5967857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自由記述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：文章で書いてもらう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713232" y="6243574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評価（星5段階）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：満足度などに向いています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713232" y="6519291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NPS（0〜10）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：「知人にすすめたいか」を0〜10で聞きます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企業担当者向け　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アンケートの設問を作る（つづき）</a:t>
            </a:r>
            <a:endParaRPr lang="en-US" sz="2200" dirty="0"/>
          </a:p>
        </p:txBody>
      </p:sp>
      <p:pic>
        <p:nvPicPr>
          <p:cNvPr id="4" name="Image 0" descr="C:\Users\sato\Desktop\enque\docs\images\c-survey-edi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40821" y="1481328"/>
            <a:ext cx="3280447" cy="34747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5010912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アンケート編集画面。設問文・種類・選択肢の入力欄が見えるもの。</a:t>
            </a:r>
            <a:endParaRPr lang="en-US" sz="950" dirty="0"/>
          </a:p>
        </p:txBody>
      </p:sp>
      <p:sp>
        <p:nvSpPr>
          <p:cNvPr id="6" name="Text 3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企業担当者向け　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公開と注意点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66928" y="1481328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58368" y="157276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950976" y="1591056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「公開する」にチェックを入れて保存しないと、QRコードを読んでも回答できません。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当日までに必ず公開してください。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566928" y="2178939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E3F0F4"/>
          </a:solidFill>
          <a:ln w="9525">
            <a:solidFill>
              <a:srgbClr val="1C729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58368" y="2270379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950976" y="2288667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事務局が「共通設問テンプレート」を用意している場合は、編集画面の下にある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「共通設問を取り込む」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で、全社共通の設問を自社アンケートに追加できます。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566928" y="2876550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E3F0F4"/>
          </a:solidFill>
          <a:ln w="9525">
            <a:solidFill>
              <a:srgbClr val="1C729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8368" y="2967990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950976" y="2986278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来場者の画面では、自社の設問の下に事務局の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総合アンケート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（イベント全体について聞くもの）が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66928" y="3574161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E3F0F4"/>
          </a:solidFill>
          <a:ln w="9525">
            <a:solidFill>
              <a:srgbClr val="1C729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58368" y="3665601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950976" y="3683889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出ることがあります。まだ答えていない方に1回だけ表示されるもので、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自社の集計には入りません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。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566928" y="4381500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設問を直すとき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713232" y="4712462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設問文や選択肢は、回答が始まったあとでも直せます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713232" y="4988179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ただし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設問を削除すると、その設問への回答も一緒に消えます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713232" y="5263896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選択肢を変えると、変更前の回答はそのまま残ります（集計時にご注意ください）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66928" y="5539613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58368" y="5631053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950976" y="5649341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回答受付が始まったあとに設問を削除する場合は、先にCSVをダウンロードして保存しておいてください。</a:t>
            </a:r>
            <a:endParaRPr lang="en-US" sz="1050" dirty="0"/>
          </a:p>
        </p:txBody>
      </p:sp>
      <p:pic>
        <p:nvPicPr>
          <p:cNvPr id="23" name="Image 0" descr="C:\Users\sato\Desktop\enque\docs\images\c-publis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37224"/>
            <a:ext cx="6428232" cy="810327"/>
          </a:xfrm>
          <a:prstGeom prst="rect">
            <a:avLst/>
          </a:prstGeom>
        </p:spPr>
      </p:pic>
      <p:sp>
        <p:nvSpPr>
          <p:cNvPr id="24" name="Text 21"/>
          <p:cNvSpPr txBox="1"/>
          <p:nvPr/>
        </p:nvSpPr>
        <p:spPr>
          <a:xfrm>
            <a:off x="566928" y="7102415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アンケート編集画面の「公開する」チェックボックスと保存ボタンの周辺。</a:t>
            </a:r>
            <a:endParaRPr lang="en-US" sz="950" dirty="0"/>
          </a:p>
        </p:txBody>
      </p:sp>
      <p:sp>
        <p:nvSpPr>
          <p:cNvPr id="25" name="Text 22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企業担当者向け　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回答状況を見る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ダッシュボードに次の情報が出ます。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713232" y="1775333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回答数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（重複を除いた件数）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713232" y="2051050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重複送信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：同じ端末から同じブースに送り直された件数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713232" y="2326767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設問数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2602484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時間帯別の回答数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のグラフ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713232" y="2878201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設問ごとの集計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（選択式は棒グラフ、星評価は平均、NPSはスコア、自由記述は一覧）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66928" y="3153918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E3F0F4"/>
          </a:solidFill>
          <a:ln w="9525">
            <a:solidFill>
              <a:srgbClr val="1C729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8368" y="324535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950976" y="3263646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数字は回答されるたびに更新されます。画面を再読み込みすると最新になります。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566928" y="3767900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重複送信について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566928" y="4098862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同じ来場者が同じブースで2回送信した場合、2回目以降は「重複」として記録され、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集計からは除かれます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。実際の回答数はそのぶん少なく表示されます。</a:t>
            </a:r>
            <a:endParaRPr lang="en-US" sz="1100" dirty="0"/>
          </a:p>
        </p:txBody>
      </p:sp>
      <p:pic>
        <p:nvPicPr>
          <p:cNvPr id="15" name="Image 0" descr="C:\Users\sato\Desktop\enque\docs\images\c-sta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40821" y="4595432"/>
            <a:ext cx="3280447" cy="3474720"/>
          </a:xfrm>
          <a:prstGeom prst="rect">
            <a:avLst/>
          </a:prstGeom>
        </p:spPr>
      </p:pic>
      <p:sp>
        <p:nvSpPr>
          <p:cNvPr id="16" name="Text 13"/>
          <p:cNvSpPr txBox="1"/>
          <p:nvPr/>
        </p:nvSpPr>
        <p:spPr>
          <a:xfrm>
            <a:off x="566928" y="8125015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設問ごとの集計グラフ（棒グラフとNPS・星評価の数字が見えるもの）。</a:t>
            </a:r>
            <a:endParaRPr lang="en-US" sz="950" dirty="0"/>
          </a:p>
        </p:txBody>
      </p:sp>
      <p:sp>
        <p:nvSpPr>
          <p:cNvPr id="17" name="Text 14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企業担当者向け　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回答の一覧とCSV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59105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一覧で見る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922018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ダッシュボードの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「回答一覧」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を押すと、1件ずつの回答内容を新しい順に確認できます（1ページ50件）。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252831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CSVでダウンロードする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285927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「CSVダウンロード」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を押すと、自社ぶんの回答がCSVファイルで保存されます。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3153283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UTF-8（BOM付き）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なので、Excelでそのまま開けます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713232" y="3429000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1行が1件の回答、設問が列になります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713232" y="3704717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来場者のメールアドレスは含まれません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（匿名のIDのみ）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66928" y="3980434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E3F0F4"/>
          </a:solidFill>
          <a:ln w="9525">
            <a:solidFill>
              <a:srgbClr val="1C729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58368" y="407187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950976" y="4090162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「重複を含めて表示」を選ぶと、送り直された回答も含めて確認・出力できます。</a:t>
            </a:r>
            <a:endParaRPr lang="en-US" sz="1050" dirty="0"/>
          </a:p>
        </p:txBody>
      </p:sp>
      <p:pic>
        <p:nvPicPr>
          <p:cNvPr id="14" name="Image 0" descr="C:\Users\sato\Desktop\enque\docs\images\c-respons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28991" y="4484688"/>
            <a:ext cx="3904106" cy="3474720"/>
          </a:xfrm>
          <a:prstGeom prst="rect">
            <a:avLst/>
          </a:prstGeom>
        </p:spPr>
      </p:pic>
      <p:sp>
        <p:nvSpPr>
          <p:cNvPr id="15" name="Text 12"/>
          <p:cNvSpPr txBox="1"/>
          <p:nvPr/>
        </p:nvSpPr>
        <p:spPr>
          <a:xfrm>
            <a:off x="566928" y="8014272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回答一覧の画面（送信日時と回答内容が並んでいるもの）。</a:t>
            </a:r>
            <a:endParaRPr lang="en-US" sz="950" dirty="0"/>
          </a:p>
        </p:txBody>
      </p:sp>
      <p:sp>
        <p:nvSpPr>
          <p:cNvPr id="16" name="Text 13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企業担当者向け　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自社のQRコード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ダッシュボードの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「QRコード」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から、自社ブース用のQRコードを表示・印刷できます。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713232" y="1775333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ブースに掲示するQRコードは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事務局がまとめて印刷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します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713232" y="2051050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追加で必要になった場合や、予備が欲しい場合にお使いください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713232" y="2326767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印刷ダイアログで「PDFとして保存」を選べばPDFになります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66928" y="2602484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58368" y="269392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950976" y="2712212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QRコードのURLは企業ごとに違います。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他社のQRコードを掲示しないよう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ご注意ください。</a:t>
            </a:r>
            <a:endParaRPr lang="en-US" sz="1050" dirty="0"/>
          </a:p>
        </p:txBody>
      </p:sp>
      <p:pic>
        <p:nvPicPr>
          <p:cNvPr id="11" name="Image 0" descr="C:\Users\sato\Desktop\enque\docs\images\c-q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3106738"/>
            <a:ext cx="6428232" cy="3181485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566928" y="6343087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QRコードの印刷ページ（自社1社分）。</a:t>
            </a:r>
            <a:endParaRPr lang="en-US" sz="950" dirty="0"/>
          </a:p>
        </p:txBody>
      </p:sp>
      <p:sp>
        <p:nvSpPr>
          <p:cNvPr id="13" name="Text 10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企業担当者向け　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よくある質問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59105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他社の回答は見られますか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92201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見られません。他社のIDでURLを直接開いても「ページが見つかりません」と表示されます。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2325751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来場者の名前やメールアドレスは分かりますか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2656713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分かりません。このシステムでは氏名・住所を一切集めていません。メールアドレスは、イベント終了後のスマホ壁紙のご案内にのみ使われ、事務局側で管理されます（企業には共有されません）。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66928" y="3263011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同じ人が何社まわったか分かりますか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566928" y="3593973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自社の画面では分かりません。イベント全体の傾向は主催者が確認します。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566928" y="399770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回答が0件のままです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566928" y="4328668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アンケートが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公開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になっているか、イベントが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開催中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になっているかをご確認ください。どちらも問題なければ事務局にご相談ください。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566928" y="493496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アンケートの内容を印刷して確認したい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566928" y="52659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ブラウザの印刷機能で、編集画面や集計画面をそのまま印刷できます。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66928" y="5559933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E3F0F4"/>
          </a:solidFill>
          <a:ln w="9525">
            <a:solidFill>
              <a:srgbClr val="1C729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58368" y="5651373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950976" y="5669661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分からないことがあれば、事務局までお問い合わせください。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企業担当者向け　10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企業担当者マニュアル</dc:title>
  <dc:subject>PptxGenJS Presentation</dc:subject>
  <dc:creator>企業周遊アンケートシステム</dc:creator>
  <cp:lastModifiedBy>企業周遊アンケートシステム</cp:lastModifiedBy>
  <cp:revision>1</cp:revision>
  <dcterms:created xsi:type="dcterms:W3CDTF">2026-09-30T09:59:42Z</dcterms:created>
  <dcterms:modified xsi:type="dcterms:W3CDTF">2026-09-30T09:59:42Z</dcterms:modified>
</cp:coreProperties>
</file>