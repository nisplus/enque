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862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72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29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686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443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2358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2541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17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4842002"/>
            <a:ext cx="4553347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837158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分かりません。このシステムでは氏名・住所を一切集めていません。メールアドレスは、イベント終了後の全体アンケートの案内にのみ使われ、事務局側で管理されます（企業には共有されません）。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2026-09-22T11:10:07Z</dcterms:created>
  <dcterms:modified xsi:type="dcterms:W3CDTF">2026-09-22T11:10:07Z</dcterms:modified>
</cp:coreProperties>
</file>