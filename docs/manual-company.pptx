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842002"/>
            <a:ext cx="6428232" cy="81032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570719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2026-09-23T22:19:37Z</dcterms:created>
  <dcterms:modified xsi:type="dcterms:W3CDTF">2026-09-23T22:19:37Z</dcterms:modified>
</cp:coreProperties>
</file>