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自社ブースのアンケートを作り、回答状況を確認するための手順です。操作できるのは自社のぶんだけで、他社のデータは表示されません。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できること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48132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自社アンケートの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設問を作る・直す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5704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回答数や集計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をその場で見る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3276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回答の一覧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を見る、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でダウンロードする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08479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自社ブース用の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を確認・印刷する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584196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6756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693924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他社の回答数や回答内容は見られません。イベント全体の集計は主催者のみが確認します。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198178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用意するもの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291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事務局から配られた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38048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パソコン、またはスマートフォン（どちらでも操作できます）</a:t>
            </a:r>
            <a:endParaRPr lang="en-US" sz="1100" dirty="0"/>
          </a:p>
        </p:txBody>
      </p:sp>
      <p:pic>
        <p:nvPicPr>
          <p:cNvPr id="14" name="Image 0" descr="C:\Users\sato\Desktop\enque\docs\images\c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80573"/>
            <a:ext cx="6428232" cy="2066606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620204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自社ダッシュボードの全体像（回答数・重複送信・設問数のタイルが見えるもの）。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ブラウザで、事務局から案内された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「ログイン」を押す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2852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ログインすると、自社の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が開きます。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パスワードを何度も間違えると、しばらくログインできなくなります（1分ほどで解除されます）。分からなくなった場合は事務局にご連絡ください。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8445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935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9542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画面右上の「ログアウト（お名前）」から、いつでもログアウトできます。共用のパソコンを使う場合は、終わったらログアウトしてください。</a:t>
            </a:r>
            <a:endParaRPr lang="en-US" sz="1050" dirty="0"/>
          </a:p>
        </p:txBody>
      </p:sp>
      <p:pic>
        <p:nvPicPr>
          <p:cNvPr id="20" name="Image 0" descr="C:\Users\sato\Desktop\enque\docs\images\c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542155"/>
            <a:ext cx="6428232" cy="2376597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6973616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管理画面のログイン画面。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アンケートの設問を作る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「アンケートを編集」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から作成します。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を入力する（例：〇〇株式会社 アンケート）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説明文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を入れる（回答画面の最初に出ます）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種類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選択式の場合は、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選択肢を1行に1つ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入力する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6224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66928" y="36224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36041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答えを必ずもらいたい設問は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「必須にする」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にチェックを入れる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0796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4079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969264" y="4061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を押すと、続けて次の設問を入力できます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45368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66928" y="4536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69264" y="4518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最後に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「公開する」にチェックを入れて「保存する」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50854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設問の種類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13232" y="541642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単一選択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：選択肢から1つ選ぶ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13232" y="56921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複数選択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：選択肢からいくつでも選べる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713232" y="59678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自由記述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：文章で書いてもらう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13232" y="624357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評価（星5段階）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：満足度などに向いています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13232" y="651929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NPS（0〜10）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：「知人にすすめたいか」を0〜10で聞きます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アンケートの設問を作る（つづき）</a:t>
            </a:r>
            <a:endParaRPr lang="en-US" sz="2200" dirty="0"/>
          </a:p>
        </p:txBody>
      </p:sp>
      <p:pic>
        <p:nvPicPr>
          <p:cNvPr id="4" name="Image 0" descr="C:\Users\sato\Desktop\enque\docs\images\c-survey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1481328"/>
            <a:ext cx="32804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アンケート編集画面。設問文・種類・選択肢の入力欄が見えるもの。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公開と注意点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5727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50976" y="15910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「公開する」にチェックを入れて保存しないと、QRコードを読んでも回答できません。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当日までに必ず公開してください。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217893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2703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28866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事務局が「共通設問テンプレート」を用意している場合は、編集画面の下にある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「共通設問を取り込む」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で、全社共通の設問を自社アンケートに追加できます。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986278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設問を直すとき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3172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設問文や選択肢は、回答が始まったあとでも直せます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929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ただし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設問を削除すると、その設問への回答も一緒に消えます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386867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選択肢を変えると、変更前の回答はそのまま残ります（集計時にご注意ください）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4144391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423583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4254119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回答受付が始まったあとに設問を削除する場合は、先にCSVをダウンロードして保存しておいてください。</a:t>
            </a:r>
            <a:endParaRPr lang="en-US" sz="1050" dirty="0"/>
          </a:p>
        </p:txBody>
      </p:sp>
      <p:pic>
        <p:nvPicPr>
          <p:cNvPr id="17" name="Image 0" descr="C:\Users\sato\Desktop\enque\docs\images\c-publi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4370" y="4842002"/>
            <a:ext cx="4553347" cy="347472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66928" y="8371586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アンケート編集画面の「公開する」チェックボックスと保存ボタンの周辺。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回答状況を見る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ダッシュボードに次の情報が出ます。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（重複を除いた件数）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重複送信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：同じ端末から同じブースに送り直された件数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設問数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のグラフ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設問ごとの集計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（選択式は棒グラフ、星評価は平均、NPSはスコア、自由記述は一覧）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15391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324535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50976" y="326364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数字は回答されるたびに更新されます。画面を再読み込みすると最新になります。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76790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重複送信について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098862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同じ来場者が同じブースで2回送信した場合、2回目以降は「重複」として記録され、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集計からは除かれます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。実際の回答数はそのぶん少なく表示されます。</a:t>
            </a:r>
            <a:endParaRPr lang="en-US" sz="1100" dirty="0"/>
          </a:p>
        </p:txBody>
      </p:sp>
      <p:pic>
        <p:nvPicPr>
          <p:cNvPr id="15" name="Image 0" descr="C:\Users\sato\Desktop\enque\docs\images\c-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4595432"/>
            <a:ext cx="3280447" cy="34747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8125015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設問ごとの集計グラフ（棒グラフとNPS・星評価の数字が見えるもの）。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回答の一覧とCSV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一覧で見る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「回答一覧」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を押すと、1件ずつの回答内容を新しい順に確認できます（1ページ50件）。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CSVでダウンロードする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「CSVダウンロード」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を押すと、自社ぶんの回答がCSVファイルで保存されます。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315328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UTF-8（BOM付き）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なので、Excelでそのまま開けます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42900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1行が1件の回答、設問が列になります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70471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来場者のメールアドレスは含まれません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（匿名のIDのみ）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98043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407187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409016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「重複を含めて表示」を選ぶと、送り直された回答も含めて確認・出力できます。</a:t>
            </a:r>
            <a:endParaRPr lang="en-US" sz="1050" dirty="0"/>
          </a:p>
        </p:txBody>
      </p:sp>
      <p:pic>
        <p:nvPicPr>
          <p:cNvPr id="14" name="Image 0" descr="C:\Users\sato\Desktop\enque\docs\images\c-respon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991" y="4484688"/>
            <a:ext cx="3904106" cy="34747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801427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回答一覧の画面（送信日時と回答内容が並んでいるもの）。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自社のQRコード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から、自社ブース用のQRコードを表示・印刷できます。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ブースに掲示するQRコードは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事務局がまとめて印刷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します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追加で必要になった場合や、予備が欲しい場合にお使いください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印刷ダイアログで「PDFとして保存」を選べばPDFになります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60248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69392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71221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QRコードのURLは企業ごとに違います。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他社のQRコードを掲示しないよう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ご注意ください。</a:t>
            </a:r>
            <a:endParaRPr lang="en-US" sz="1050" dirty="0"/>
          </a:p>
        </p:txBody>
      </p:sp>
      <p:pic>
        <p:nvPicPr>
          <p:cNvPr id="11" name="Image 0" descr="C:\Users\sato\Desktop\enque\docs\images\c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106738"/>
            <a:ext cx="6428232" cy="3181485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66928" y="634308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QRコードの印刷ページ（自社1社分）。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よくある質問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他社の回答は見られますか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見られません。他社のIDでURLを直接開いても「ページが見つかりません」と表示されます。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32575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来場者の名前やメールアドレスは分かりますか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56713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分かりません。このシステムでは氏名・住所を一切集めていません。メールアドレスは、イベント終了後の全体アンケートの案内にのみ使われ、事務局側で管理されます（企業には共有されません）。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26301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同じ人が何社まわったか分かりますか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59397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自社の画面では分かりません。イベント全体の傾向は主催者が確認します。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99770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回答が0件のままです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32866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になっているか、イベントが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開催中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になっているかをご確認ください。どちらも問題なければ事務局にご相談ください。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93496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アンケートの内容を印刷して確認したい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265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ブラウザの印刷機能で、編集画面や集計画面をそのまま印刷できます。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555993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5651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566966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分からないことがあれば、事務局までお問い合わせください。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企業担当者マニュアル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2026-09-22T11:03:12Z</dcterms:created>
  <dcterms:modified xsi:type="dcterms:W3CDTF">2026-09-22T11:03:12Z</dcterms:modified>
</cp:coreProperties>
</file>