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イベントの準備から、当日の運営、終了後の総合アンケート送付・集計・データ整理までの手順です。このシステムでできることは、この資料にすべて載っています。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55261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87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87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85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8812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66928" y="72304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72304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9264" y="72122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の設問を登録して公開する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5038725"/>
            <a:ext cx="5258795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56830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403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403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220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3975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3975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3792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8547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8547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3641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7941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286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286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103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2858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2858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675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430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430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247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（単一選択・複数選択・自由記述・星評価・NPS・数値入力）を選ぶ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002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002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819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6574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6574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6391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1146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61146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60963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65718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66928" y="65718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69264" y="65535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66928" y="701078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8368" y="710222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50976" y="712050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66928" y="770839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8368" y="7799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50976" y="781812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87197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96341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98170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4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5569585"/>
            <a:ext cx="3525424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909916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総合アンケートに回答した方へのプレゼントです。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463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46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280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3035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3035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852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607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607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424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179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179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996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任意でメールアドレスを登録すると、後日ご案内が届きます</a:t>
            </a:r>
            <a:endParaRPr lang="en-US" sz="1150" dirty="0"/>
          </a:p>
        </p:txBody>
      </p:sp>
      <p:pic>
        <p:nvPicPr>
          <p:cNvPr id="27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4" y="5656834"/>
            <a:ext cx="5978339" cy="34747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566928" y="918641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：実際に送信した人数（同じ方は何社回っても1人）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：アンケートで聞いた来場人数の合計（1組3人が3社回れば9人）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6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：総合アンケートの案内先の数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70535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98106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の一覧が出ます。一覧の最下段の合計行にある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27507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「回答者数」の合計は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のべ訪問数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（何社ぶんの回答が集まったか）です。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569079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466051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4678807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0733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51647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51830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来場人数は任意回答です。未回答のぶんは、同じ来場者が別の企業で答えた人数、それも無ければ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57758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566902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568731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回答があったぶんの平均を当てはめて計算しています（回答率も画面に出ます）。</a:t>
            </a:r>
            <a:endParaRPr lang="en-US" sz="1050" dirty="0"/>
          </a:p>
        </p:txBody>
      </p:sp>
      <p:pic>
        <p:nvPicPr>
          <p:cNvPr id="24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081840"/>
            <a:ext cx="6428232" cy="231677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45347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何人で来られましたか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」の設問（種類は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数値入力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）を入れて、設問編集画面で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53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「この回答を来場人数として集計する」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にチェックを入れると、人数が集計されます。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693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：回答ごとの人数を足した数（1組3人が3社回れば9人）。出展社への報告に使います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450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：同じ来場者を1回だけ数えた人数。会場に来た実人数の目安です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207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平均人数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もあわせて表示されます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89648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来場者の画面では、人数は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キーボードではなくプルダウンから選ぶ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形になります。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9049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「1人」〜「9人」と「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10人以上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」が並び、「10人以上」は10人として集計します（多めには見積もりません）。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8706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上限の10は、サーバーの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PARTY_SIZE_MAX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</a:t>
            </a:r>
            <a:endParaRPr lang="en-US" sz="1100" dirty="0"/>
          </a:p>
        </p:txBody>
      </p:sp>
      <p:pic>
        <p:nvPicPr>
          <p:cNvPr id="12" name="Image 0" descr="C:\Users\sato\Desktop\enque\docs\images\p-survey-nu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4866" y="3981069"/>
            <a:ext cx="225235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751065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来場者のアンケート画面の「何人で来られましたか」。人数のプルダウンを開いた状態。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783983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" y="793127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" y="794956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任意回答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です。2社目以降は、前の企業で答えた人数が初期値として入るので、来場者は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834409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84355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" y="845381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そのまま送信できます。未回答のぶんは「同じ来場者の別の回答 → それも無ければ全体の平均」の順で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9041702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913314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50976" y="9151430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当てはめて計算します。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当日：来場人数を集計する（つづき）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人数の設問は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共通設問テンプレート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に入れて全社に取り込むと、聞き方と集計が揃います。</a:t>
            </a:r>
            <a:endParaRPr lang="en-US" sz="1050" dirty="0"/>
          </a:p>
        </p:txBody>
      </p:sp>
      <p:pic>
        <p:nvPicPr>
          <p:cNvPr id="7" name="Image 0" descr="C:\Users\sato\Desktop\enque\docs\images\o-pa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543" y="1985582"/>
            <a:ext cx="5397003" cy="34747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551516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「回答者の傾向」画面の来場人数のところ（のべ来場者・実来場者・回答率と人数の分布）。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終了後1：受付を締めて総合アンケートを用意する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「終了（総合アンケート送付）」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総合アンケートに回答した方が、スマホ壁紙をダウンロードできます。設問は3問程度（満足度・来場のきっかけ・意見）がおすすめです。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505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6419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36602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9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796" y="4248150"/>
            <a:ext cx="4996495" cy="347472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66928" y="7777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「総合アンケートと案内メール」画面の上部。総合アンケートの状態が見えるところ。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送信状況（未送信・送信済み・失敗・回答済み）を画面で確認する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pic>
        <p:nvPicPr>
          <p:cNvPr id="2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5063427"/>
            <a:ext cx="4553347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593011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2026-09-22T12:59:18Z</dcterms:created>
  <dcterms:modified xsi:type="dcterms:W3CDTF">2026-09-22T12:59:18Z</dcterms:modified>
</cp:coreProperties>
</file>