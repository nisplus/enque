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985" y="5038725"/>
            <a:ext cx="6176119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0722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933818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「アンケートURLの一覧（Slackなどに貼る用）」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を開くと、全社ぶんのURLをまとめてコピーできます。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スタッフで手分けして確認するときは、これをSlackなどに貼れば、QRコードを読み取らなくても開けます。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778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693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0876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67550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17207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6815" y="1481328"/>
            <a:ext cx="182845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2026-10-01T22:56:52Z</dcterms:created>
  <dcterms:modified xsi:type="dcterms:W3CDTF">2026-10-01T22:56:52Z</dcterms:modified>
</cp:coreProperties>
</file>