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8902573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58368" y="89940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50976" y="9012301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説明文に「メールで総合アンケートをお送りします」といった案内を書いていないか確認してください。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総合アンケートは会期中にこの画面で答えてもらう形になったため、古い案内が残っていると来場者が混乱します（説明文は画面の文言ではなく、事務局が入力した内容です）。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1011174"/>
          </a:xfrm>
          <a:prstGeom prst="roundRect">
            <a:avLst>
              <a:gd name="adj" fmla="val 54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82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必ず答えてほしい設問は、設問編集画面で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「要回答にする」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にチェックを入れてください。画面にオレンジの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の印が出ます。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送信は止めません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（お帰りの前に書いてもらう案内をしているため）が、未回答のまま残っている方には回答済み画面で「要回答の設問が◯問残っています」と伝え、「回答を仕上げる」ボタンを出します。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7110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" y="68025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" y="68207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「要回答」の印は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どの画面でも同じ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です（ブースの画面でも、回答済み画面からの編集でも、メールからの回答でも）。画面によって必須・任意が入れ替わらないように揃えています。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75184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7849362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メールアドレスを集めない運用にする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COLLECT_EMAIL=0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にすると、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来場者の画面からメールアドレスの入力欄と案内が消えます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このとき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案内メールも送信されません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（以前に預かったアドレスが残っていても、状態を「終了」にして自動送信されることはありません）。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7739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状態の表記も「終了（回答締切）」に変わります。壁紙は案内メールのリンクから配るため、この設定では配布できません（管理画面にも警告が出ます）。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73802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77111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80051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82809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022" y="1481328"/>
            <a:ext cx="1772044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同じ企業に2回答えたとき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82803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来場者が同じ企業のQRをもう一度読み取ると、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「この企業にはご回答済みです」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と表示され、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前回の回答が入った状態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で開きます。書き換えて送信すると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前の回答が置き換わり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、回答数は増えません。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32460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4160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43433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集計は書き換え後の内容になります。企業の集計をリアルタイムで見ている場合、数字があとから変わることがあります（ダッシュボードの「修正された回答」で件数を確認できます）。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02221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11365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513194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1台のスマートフォンを複数の方で使うと、2人目には1人目の回答が表示され、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上書きになります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。人数は「何人で来られましたか」の設問で把握してください。</a:t>
            </a:r>
            <a:endParaRPr lang="en-US" sz="1050" dirty="0"/>
          </a:p>
        </p:txBody>
      </p:sp>
      <p:pic>
        <p:nvPicPr>
          <p:cNvPr id="22" name="Image 0" descr="C:\Users\sato\Desktop\enque\docs\images\p-answered-a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8" y="5719826"/>
            <a:ext cx="6008593" cy="34747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66928" y="924941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回答済みの来場者が同じQRを読み直したときの画面（「ご回答済みです」の案内が見えるもの）。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968832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40448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4044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8620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86168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8616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384340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00601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4392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4410329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19157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528301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" y="530129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pic>
        <p:nvPicPr>
          <p:cNvPr id="28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5889181"/>
            <a:ext cx="4282440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41876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pic>
        <p:nvPicPr>
          <p:cNvPr id="10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2683193"/>
            <a:ext cx="4936441" cy="34747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66928" y="62127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修正された回答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：来場者があとから書き直したぶん（同じQRを読み直して直せます）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98106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56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55079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8447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9362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9545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49050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4404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5458778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8533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9447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9630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5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57557"/>
            <a:ext cx="6428232" cy="231677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872919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に変える（表示は「終了（案内メール送付）」です）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460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0860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4000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41833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3006217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53580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2026-10-11T07:41:29Z</dcterms:created>
  <dcterms:modified xsi:type="dcterms:W3CDTF">2026-10-11T07:41:29Z</dcterms:modified>
</cp:coreProperties>
</file>