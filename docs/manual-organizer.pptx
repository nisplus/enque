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751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751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568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03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2054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22376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6811645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90308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921373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2026-10-01T05:42:30Z</dcterms:created>
  <dcterms:modified xsi:type="dcterms:W3CDTF">2026-10-01T05:42:30Z</dcterms:modified>
</cp:coreProperties>
</file>