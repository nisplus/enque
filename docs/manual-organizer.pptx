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0"/>
            <a:ext cx="6428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企業周遊アンケートシステム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703320"/>
            <a:ext cx="64282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5257800"/>
            <a:ext cx="6428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イベントの準備から、当日の運営、終了後の全体アンケート送付・集計・データ整理までの手順です。このシステムでできることは、この資料にすべて載っています。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683496"/>
            <a:ext cx="6428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A4縦で印刷できます。画面例はテスト環境のもので、実際の表示とは名称や件数が異なる場合があります。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準備・当日・終了後の3つに分かれます。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850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準備（イベント前）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22343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2343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9264" y="22160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管理画面にログインし、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イベントを作る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26915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6915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69264" y="26732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出展企業を登録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する（企業ごとにQRコードが発行されます）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1487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31487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69264" y="31304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各企業の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アンケートの設問を登録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し、公開する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36059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36059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69264" y="35876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QRコードを印刷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してブースに配る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0631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66928" y="40631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969264" y="40448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景品を登録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する（用意した数量も入れます）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45203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66928" y="45203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969264" y="45020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企業担当者・総合受付のアカウント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を発行する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49775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66928" y="49775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969264" y="49592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スマホ壁紙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を登録する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566928" y="552615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566928" y="587540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66928" y="587540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69264" y="585711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イベントの状態を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「開催中」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にする（これで回答の受付が始まります）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66928" y="633260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66928" y="633260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969264" y="631431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回答状況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を見る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688124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566928" y="723049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566928" y="723049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969264" y="721220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状態を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「終了」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にする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566928" y="768769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66928" y="768769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969264" y="766940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全体アンケート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の設問を登録して公開する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566928" y="814489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66928" y="814489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969264" y="812660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案内メール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を送る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566928" y="860209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566928" y="860209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46" name="Text 44"/>
          <p:cNvSpPr txBox="1"/>
          <p:nvPr/>
        </p:nvSpPr>
        <p:spPr>
          <a:xfrm>
            <a:off x="969264" y="858380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CSVで集計データ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を受け取る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566928" y="905929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566928" y="905929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969264" y="904100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メールアドレスを削除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する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566928" y="949820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58368" y="958964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950976" y="960793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上から順に進めれば、迷わず運営できます。次のページから1つずつ説明します。</a:t>
            </a:r>
            <a:endParaRPr lang="en-US" sz="1050" dirty="0"/>
          </a:p>
        </p:txBody>
      </p:sp>
      <p:sp>
        <p:nvSpPr>
          <p:cNvPr id="53" name="Text 51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準備1：ログインとイベントの作成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初めて使うとき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最初の1回だけ、主催者アカウントを作ります。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22343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2343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9264" y="22160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ブラウザで 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`/admin/setup.php`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を開く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26915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6915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69264" y="26732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ユーザー名・表示名・パスワード（8文字以上）を入力する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1487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31487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69264" y="31304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「作成する」を押す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358762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367906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369735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この画面はアカウントが1つでも登録されると使えなくなります。パスワードは必ず控えてください。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4394962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イベントを作る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66928" y="474421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66928" y="47442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969264" y="472592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ダッシュボードの「イベントを作成する」に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開催日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520141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66928" y="52014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969264" y="518312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「作成する」を押す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565861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66928" y="56586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969264" y="564032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作成直後の状態は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「準備中」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です（この間は来場者はアンケートに回答できません）</a:t>
            </a:r>
            <a:endParaRPr lang="en-US" sz="1150" dirty="0"/>
          </a:p>
        </p:txBody>
      </p:sp>
      <p:pic>
        <p:nvPicPr>
          <p:cNvPr id="28" name="Image 0" descr="C:\Users\sato\Desktop\enque\docs\images\o-new-ev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6779" y="6097524"/>
            <a:ext cx="5688531" cy="3474720"/>
          </a:xfrm>
          <a:prstGeom prst="rect">
            <a:avLst/>
          </a:prstGeom>
        </p:spPr>
      </p:pic>
      <p:sp>
        <p:nvSpPr>
          <p:cNvPr id="29" name="Text 26"/>
          <p:cNvSpPr txBox="1"/>
          <p:nvPr/>
        </p:nvSpPr>
        <p:spPr>
          <a:xfrm>
            <a:off x="566928" y="9627108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ダッシュボードの「イベントを作成する」フォーム（イベント名・開催日の入力欄）。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準備2：出展企業を登録する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「企業・QR」の画面で、出展する企業を1社ずつ登録します。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を入力する（必須）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必要なら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ブース番号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企業カラー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ロゴ画像のURL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を入れる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「登録する」を押す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146933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登録すると、その企業だけの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推測されにくいURL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が自動で発行されます。来場者はこのURLのQRコードからアンケートに回答します。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364350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373494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375323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企業カラーとロゴは、来場者が見るアンケート画面の見出しに使われます。空欄でも問題ありません。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434111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443255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445084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企業名を変えても回答データは残ります。ただし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「URLを再発行」を押すと、印刷済みのQRコードは使えなくなります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。貼り替えができるときだけ使ってください。</a:t>
            </a:r>
            <a:endParaRPr lang="en-US" sz="1050" dirty="0"/>
          </a:p>
        </p:txBody>
      </p:sp>
      <p:pic>
        <p:nvPicPr>
          <p:cNvPr id="21" name="Image 0" descr="C:\Users\sato\Desktop\enque\docs\images\o-compani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1646" y="5038725"/>
            <a:ext cx="5258795" cy="3474720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566928" y="8568309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「企業・QRコードの管理」画面。登録済みの企業が並んでいるところ。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準備3：アンケートの設問を作る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全社で共通の設問を使う場合（おすすめ）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194030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94030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92201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「全体アンケート」の画面で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「テンプレートを作成する」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39750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39750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37921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共通で聞きたい設問（来場目的・所属業界など）を登録する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85470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85470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836418"/>
            <a:ext cx="6025896" cy="4784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各企業のアンケート編集画面で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「共通設問を取り込む」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を押すと、その企業の設問としてコピーされます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479419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企業ごとの設問を登録する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382866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382866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69264" y="381038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「企業・QR」で対象企業の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「アンケート編集」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28586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66928" y="428586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969264" y="426758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タイトル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と、必要なら説明文を入れる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474306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66928" y="474306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969264" y="472478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設問文と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種類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（単一選択・複数選択・自由記述・星評価・NPS）を選ぶ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520026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66928" y="520026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969264" y="518198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選択式の場合は、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選択肢を1行に1つ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入力する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565746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66928" y="565746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69264" y="563918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必須にする場合はチェックを入れる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566928" y="611466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66928" y="611466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969264" y="609638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「保存して設問を追加」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を押すと、続けて次の設問を入力できます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66928" y="657186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566928" y="657186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969264" y="655358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すべて入れ終わったら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「公開する」にチェックを入れて保存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する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566928" y="7010781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58368" y="7102221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950976" y="7120509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「保存して設問を追加」を押すと、画面が追加した設問の位置に移動します。そのまま次の設問文を入力できます。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66928" y="7708392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58368" y="779983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950976" y="7818120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公開にチェックを入れないと、QRコードを読んでも回答できません。設問を削除すると、その設問への回答も一緒に消えます。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準備3：アンケートの設問を作る（つづき）</a:t>
            </a:r>
            <a:endParaRPr lang="en-US" sz="2200" dirty="0"/>
          </a:p>
        </p:txBody>
      </p:sp>
      <p:pic>
        <p:nvPicPr>
          <p:cNvPr id="4" name="Image 0" descr="C:\Users\sato\Desktop\enque\docs\images\o-survey-ed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0821" y="1481328"/>
            <a:ext cx="3280447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アンケート編集画面。設問の入力欄と「公開する」のチェックボックスが見えるもの。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準備4：QRコードを印刷する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「企業・QR」の画面で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「QRコードを印刷する（全社）」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内容を確認して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「印刷する」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印刷ダイアログで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「PDFとして保存」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を選べばPDFになります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28529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A4縦・1ページに4社ぶん並びます。企業名・ブース番号・QRコード・URLが入っています。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31469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32383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32566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印刷の前に、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URLが本番のもの（https://…）になっているか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を必ず確認してください。設定が違うと、読み取っても開けないQRコードを配ることになります。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3844544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39359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3954272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1社だけ刷り直したいときは、その企業の「QR」ボタンから同じ画面を開けます。</a:t>
            </a:r>
            <a:endParaRPr lang="en-US" sz="1050" dirty="0"/>
          </a:p>
        </p:txBody>
      </p:sp>
      <p:pic>
        <p:nvPicPr>
          <p:cNvPr id="20" name="Image 0" descr="C:\Users\sato\Desktop\enque\docs\images\o-qr-pr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348798"/>
            <a:ext cx="6428232" cy="3181485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66928" y="7585147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QRコード印刷ページ。企業名とQRコードが並んでいるところ。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準備5：景品を登録する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受付が交換時に選べるよう、渡す景品を登録します。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「景品」の画面を開く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用意した数量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必要ならメモ（例：先着100名）を入れる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1652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6928" y="31652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69264" y="31469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「登録する」を押す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36041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36955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37138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数量を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空欄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にすると「数量を管理しない景品」になります（数えないノベルティなど）。残数は「—」と表示されます。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430174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8368" y="43931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50976" y="441147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景品を1件でも登録すると、受付が交換を記録するときに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景品の選択が必須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になります（何を渡したか残すため）。</a:t>
            </a:r>
            <a:endParaRPr lang="en-US" sz="1050" dirty="0"/>
          </a:p>
        </p:txBody>
      </p:sp>
      <p:pic>
        <p:nvPicPr>
          <p:cNvPr id="23" name="Image 0" descr="C:\Users\sato\Desktop\enque\docs\images\o-priz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1602" y="4999355"/>
            <a:ext cx="5198885" cy="3474720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566928" y="8528939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「景品の登録」画面。登録済みの景品と残数が見えるもの。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準備6：アカウントを発行する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「ユーザー」の画面で、企業担当者と総合受付のアカウントを作ります。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（半角英数字）・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表示名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初期パスワード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役割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企業担当者の場合は、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担当する企業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1652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6928" y="31652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69264" y="31469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「作成する」を押し、ユーザー名とパスワードを本人に伝える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37138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役割の違い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13232" y="404482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：すべての操作ができます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13232" y="432054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：自社のアンケート編集・集計・CSVのみ。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他社のデータは見えません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713232" y="459625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：景品交換の照会と記録のみ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487197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8368" y="496341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50976" y="498170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受付担当のスマートフォンでは、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当日までにログインを済ませておいてください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。ログイン済みの端末で来場者のQRを読み取ると、すぐに交換画面が開きます。</a:t>
            </a:r>
            <a:endParaRPr lang="en-US" sz="1050" dirty="0"/>
          </a:p>
        </p:txBody>
      </p:sp>
      <p:pic>
        <p:nvPicPr>
          <p:cNvPr id="24" name="Image 0" descr="C:\Users\sato\Desktop\enque\docs\images\o-us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332" y="5569585"/>
            <a:ext cx="3525424" cy="3474720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566928" y="9099169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「管理ユーザー」の画面。登録済みのアカウント一覧。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準備7：スマホ壁紙を登録する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全体アンケートに回答した方へのプレゼントです。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「壁紙」の画面を開く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タイトル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を入れ、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画像ファイル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（PNG または JPEG、12MBまで）を選ぶ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「登録する」を押す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1469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32383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32566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スマートフォンの画面比に合わせた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縦長の画像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（例：1080×2340）を1〜2種類登録しておくと親切です。</a:t>
            </a:r>
            <a:endParaRPr lang="en-US" sz="1050" dirty="0"/>
          </a:p>
        </p:txBody>
      </p:sp>
      <p:pic>
        <p:nvPicPr>
          <p:cNvPr id="17" name="Image 0" descr="C:\Users\sato\Desktop\enque\docs\images\o-wallpap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1646" y="3844544"/>
            <a:ext cx="5258795" cy="3474720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566928" y="7374128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「スマホ壁紙の登録」画面。登録済みの壁紙が並んでいるところ。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当日：受付を開始する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ダッシュボードの「イベント設定」で、状態を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「開催中（回答受付）」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に変える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「保存する」を押す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23957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これで、ブースのQRコードからアンケートに回答できるようになります。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26897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" y="27811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50976" y="27994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「準備中」「終了」のままだと、QRコードを読んでも「受付を終了しました」と表示されます。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当日の朝、必ず「開催中」に切り替えてください。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497072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来場者の流れ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384632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384632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69264" y="382803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ブースのQRコードを読み取る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30352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66928" y="430352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969264" y="428523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アンケートに回答して送信する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476072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66928" y="476072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969264" y="474243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交換コード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が表示される（総合受付で提示すると景品と交換できます）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521792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66928" y="521792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969264" y="519963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任意でメールアドレスを登録すると、後日ご案内が届きます</a:t>
            </a:r>
            <a:endParaRPr lang="en-US" sz="1150" dirty="0"/>
          </a:p>
        </p:txBody>
      </p:sp>
      <p:pic>
        <p:nvPicPr>
          <p:cNvPr id="27" name="Image 0" descr="C:\Users\sato\Desktop\enque\docs\images\o-event-sett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1874" y="5656834"/>
            <a:ext cx="5978339" cy="3474720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566928" y="9186418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ダッシュボードの「イベント設定」。状態が「開催中（回答受付）」になっているところ。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当日：回答状況を見る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ダッシュボードでは、次の数字がリアルタイムで確認できます。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ユニーク来場者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：アンケート画面を開いた端末の数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回答した来場者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：実際に送信した人数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総回答数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（重複を除いた件数）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0248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平均訪問企業数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：1人あたり何社まわったか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878201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メール登録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：全体アンケートの案内先の数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315391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交換コード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：発行数と交換済みの数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429635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下には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時間帯別の回答数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のグラフと、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企業別の回答数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の一覧が出ます。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66928" y="3723640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" y="381508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50976" y="3833368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企業別の一覧から、その企業の「集計」や「回答一覧」を開けます。</a:t>
            </a:r>
            <a:endParaRPr lang="en-US" sz="1050" dirty="0"/>
          </a:p>
        </p:txBody>
      </p:sp>
      <p:pic>
        <p:nvPicPr>
          <p:cNvPr id="15" name="Image 0" descr="C:\Users\sato\Desktop\enque\docs\images\o-dashboard-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227894"/>
            <a:ext cx="6428232" cy="1582585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566928" y="5865343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主催者ダッシュボードの上部。数字のタイルが並んでいるところ。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当日：回答者の傾向を見る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「回答者傾向」の画面では、来場者の動きが分かります。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周回時間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：最初の回答から最後の回答までの平均・中央値・最長・最短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周回企業数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：平均と、何社まわった人が何人いたかの分布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企業をまわる順番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：企業ごとの「平均何番目に回られたか」「最初に回られた人数」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0248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よくある動線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：「A社の次にB社」の多い組み合わせ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878201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時間帯別のユニーク来場者数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315391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回答率・メール登録率・景品交換率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など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3429635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" y="3521075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50976" y="3539363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「周回時間」は最初と最後の回答の間隔で、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滞在時間ではありません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。また、来場者は端末ごとに数えるため、端末を変えた方は別の方として数えられます。</a:t>
            </a:r>
            <a:endParaRPr lang="en-US" sz="1050" dirty="0"/>
          </a:p>
        </p:txBody>
      </p:sp>
      <p:pic>
        <p:nvPicPr>
          <p:cNvPr id="14" name="Image 0" descr="C:\Users\sato\Desktop\enque\docs\images\o-insigh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4627" y="4127246"/>
            <a:ext cx="5792834" cy="347472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566928" y="7656830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「回答者の傾向」画面。周回時間・周回企業数のグラフが見えるところ。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終了後1：受付を締めて全体アンケートを用意する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ダッシュボードの「イベント設定」で、状態を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「終了（全体アンケート送付）」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に変える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「全体アンケート」の画面で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「全体アンケートを作成する」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設問を登録し、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「公開する」にチェックを入れて保存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する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285292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8368" y="29443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50976" y="296265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全体アンケートに回答した方が、スマホ壁紙をダウンロードできます。設問は3問程度（満足度・来場のきっかけ・意見）がおすすめです。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3550539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8368" y="364197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950976" y="3660267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状態を「終了」にすると、ブースのアンケートは回答できなくなります。当日の受付時間が終わってから切り替えてください。</a:t>
            </a:r>
            <a:endParaRPr lang="en-US" sz="1050" dirty="0"/>
          </a:p>
        </p:txBody>
      </p:sp>
      <p:pic>
        <p:nvPicPr>
          <p:cNvPr id="19" name="Image 0" descr="C:\Users\sato\Desktop\enque\docs\images\o-over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2796" y="4248150"/>
            <a:ext cx="4996495" cy="3474720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566928" y="7777734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「全体アンケートと案内メール」画面の上部。全体アンケートの状態が見えるところ。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終了後2：案内メールを送る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テスト送信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：自分のアドレスを入れて送り、文面とリンクを確認する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送信対象を作成・更新する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を押す（メールアドレスを登録した来場者が対象になります）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送信する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285292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少数なら「この画面から50件だけ送信する」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312864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大量ならサーバーの自動送信（5分ごとに200件ずつ）に任せる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3422650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342265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69264" y="3404362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送信状況（未送信・送信済み・失敗・回答済み）を画面で確認する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3861562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395300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3971290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テスト送信のリンクは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スタッフ確認用のプレビュー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です。管理画面にログインした状態で開くと、来場者に見えるのと同じ画面を確認できます（プレビューからは回答できません）。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6928" y="455917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8368" y="465061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50976" y="466890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送信済みの人には二重に送られません。失敗したものは自動で3回まで再送されます。</a:t>
            </a:r>
            <a:endParaRPr lang="en-US" sz="1050" dirty="0"/>
          </a:p>
        </p:txBody>
      </p:sp>
      <p:pic>
        <p:nvPicPr>
          <p:cNvPr id="24" name="Image 0" descr="C:\Users\sato\Desktop\enque\docs\images\o-invite-statu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4370" y="5063427"/>
            <a:ext cx="4553347" cy="3474720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566928" y="8593011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「全体アンケートと案内メール」画面の送信状況（未送信・送信済み・失敗・回答済みの数）。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終了後3：集計データを受け取る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CSVをダウンロードする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92201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企業別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：企業の「集計」画面、または「回答一覧」から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19773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全社まとめて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：ダッシュボードの「全企業分のCSV」から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473452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UTF-8（BOM付き）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なので、Excelでそのまま開けます。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767457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285889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50976" y="2877185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メールアドレスは出力されません。来場者は匿名のID（来場者ID）だけが入るので、企業をまたいだ同じ方の回答を突き合わせられます。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57479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集計画面で見る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390575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企業ごとの「集計」画面では、設問ごとのグラフ・星評価の平均・NPS・自由記述の一覧が見られます。</a:t>
            </a:r>
            <a:endParaRPr lang="en-US" sz="1100" dirty="0"/>
          </a:p>
        </p:txBody>
      </p:sp>
      <p:pic>
        <p:nvPicPr>
          <p:cNvPr id="13" name="Image 0" descr="C:\Users\sato\Desktop\enque\docs\images\o-sta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0821" y="4402328"/>
            <a:ext cx="3280447" cy="347472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566928" y="7931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企業の集計画面。設問ごとのグラフが見えるところ。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終了後4：メールアドレスを削除する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案内の送付と集計が終わったら、預かったメールアドレスを削除します。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「全体アンケート」の画面を開く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一番下の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「メールアドレスを削除する」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確認メッセージで「OK」を押す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146933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削除しても、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回答データ（個人情報を含まないもの）は残ります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344093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353237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355066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削除すると、未送信ぶんの案内メールは送れなくなります。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送信と集計が完全に終わってから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実行してください。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4138549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422998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4248277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「氏名・住所は収集せず、メールアドレスも送付・集計後に削除する」という運用方針に沿った操作です。来場者にもその旨を案内しています。</a:t>
            </a:r>
            <a:endParaRPr lang="en-US" sz="1050" dirty="0"/>
          </a:p>
        </p:txBody>
      </p:sp>
      <p:pic>
        <p:nvPicPr>
          <p:cNvPr id="21" name="Image 0" descr="C:\Users\sato\Desktop\enque\docs\images\o-pur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6779" y="4836160"/>
            <a:ext cx="5688531" cy="3474720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566928" y="8365744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「メールアドレスを削除する」ボタンの周辺（説明文が見えるもの）。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次のイベントに向けて（データの整理）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サーバーで次のコマンドを実行します（事務局のPCではなく、システムが動いているサーバーでの作業です）。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208762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テストで入れた回答だけ消したいとき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41858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まず件数を確認し、問題なければ実行します。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71259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確認：</a:t>
            </a:r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bin/reset.sh --responses --dry-run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98831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実行：</a:t>
            </a:r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bin/reset.sh --responses --force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264027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イベント・企業・設問・景品・壁紙・アカウントは残ります。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3667760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イベントごと作り直したいとき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99872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実行：</a:t>
            </a:r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bin/reset.sh --all --force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66928" y="4274439"/>
            <a:ext cx="6428232" cy="817817"/>
          </a:xfrm>
          <a:prstGeom prst="roundRect">
            <a:avLst>
              <a:gd name="adj" fmla="val 6709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" y="436587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50976" y="4384167"/>
            <a:ext cx="5925312" cy="6349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どちらも元に戻せません。実行前に自動でバックアップを取りますが、念のため大事なデータはCSVで書き出しておいてください。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企業担当者のアカウントは企業と一緒に消えます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（主催者・受付は残ります）。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5165408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525684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5275136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実行するとデータベース名の入力を求められます。画面の指示どおりに入力してください。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困ったときは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QRコードを読んでも「受付を終了しました」と出る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イベントの状態が「開催中」になっていない可能性があります。ダッシュボードの「イベント設定」をご確認ください。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52831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QRコードを読んでも「ページを表示できません」と出る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85927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URLが本番のものになっていない可能性があります。印刷し直す前に、事務局のシステム担当にご相談ください。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346557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案内メールが届かない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379653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「送信済み」になっているか、「失敗」が増えていないかを画面で確認してください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407225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受信側の迷惑メールフォルダもご確認ください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434797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「失敗」が多い場合は、システム担当にログの確認を依頼してください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4733417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来場者が「交換コードが出ない」と言っている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5064379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まだどのブースのアンケートにも回答していない可能性があります。また、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端末を変えると別の交換コードになります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5670677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景品の交換で困ったとき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6001639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受付画面で「交換済み」と出ても、お申し出があればお渡しして構いません（メモ欄に状況を残してください）。来場者の画面には交換済みかどうかを表示していません。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主催者マニュアル</dc:title>
  <dc:subject>PptxGenJS Presentation</dc:subject>
  <dc:creator>企業周遊アンケートシステム</dc:creator>
  <cp:lastModifiedBy>企業周遊アンケートシステム</cp:lastModifiedBy>
  <cp:revision>1</cp:revision>
  <dcterms:created xsi:type="dcterms:W3CDTF">2026-09-22T11:10:07Z</dcterms:created>
  <dcterms:modified xsi:type="dcterms:W3CDTF">2026-09-22T11:10:07Z</dcterms:modified>
</cp:coreProperties>
</file>