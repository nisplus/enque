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イベントの準備から、当日の運営、終了後の総合アンケート送付・集計・データ整理までの手順です。このシステムでできることは、この資料にすべて載っています。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5261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87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87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85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8812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66928" y="72304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72304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72122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の設問を登録して公開する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7941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28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28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10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5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285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67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430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43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247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002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002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819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74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57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391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114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096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571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" y="657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" y="6553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701078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10222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12050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770839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7799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" y="781812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総合アンケートに回答した方へのプレゼントです。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任意でメールアドレスを登録すると、後日ご案内が届きます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683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7482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76656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6354445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644588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" y="6464173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4" y="1481328"/>
            <a:ext cx="5978339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：総合アンケートの案内先の数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終了後1：受付を締めて総合アンケートを用意する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「終了（総合アンケート送付）」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総合アンケートに回答した方が、スマホ壁紙をダウンロードできます。設問は3問程度（満足度・来場のきっかけ・意見）がおすすめです。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6419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6602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9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96" y="4248150"/>
            <a:ext cx="4996495" cy="34747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66928" y="7777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「総合アンケートと案内メール」画面の上部。総合アンケートの状態が見えるところ。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送信状況（未送信・送信済み・失敗・回答済み）を画面で確認する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pic>
        <p:nvPicPr>
          <p:cNvPr id="2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5063427"/>
            <a:ext cx="4553347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59301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2026-09-23T22:19:37Z</dcterms:created>
  <dcterms:modified xsi:type="dcterms:W3CDTF">2026-09-23T22:19:37Z</dcterms:modified>
</cp:coreProperties>
</file>