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イベントの準備から、当日の運営、終了後の総合アンケート送付・集計・データ整理までの手順です。このシステムでできることは、この資料にすべて載っています。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55261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87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87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85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8812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66928" y="72304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66928" y="72304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" y="72122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の設問を登録して公開する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7941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28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28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10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5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285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67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430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430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247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（単一選択・複数選択・自由記述・星評価・NPS）を選ぶ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002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002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819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6574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6574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6391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1146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1146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0963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57186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66928" y="65718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" y="655358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66928" y="701078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8368" y="710222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0976" y="712050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66928" y="770839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58368" y="7799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50976" y="781812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総合アンケートに回答した方へのプレゼントです。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任意でメールアドレスを登録すると、後日ご案内が届きます</a:t>
            </a:r>
            <a:endParaRPr lang="en-US" sz="1150" dirty="0"/>
          </a:p>
        </p:txBody>
      </p:sp>
      <p:pic>
        <p:nvPicPr>
          <p:cNvPr id="27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4" y="5656834"/>
            <a:ext cx="5978339" cy="34747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66928" y="91864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：総合アンケートの案内先の数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429635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3723640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815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3833368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pic>
        <p:nvPicPr>
          <p:cNvPr id="15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27894"/>
            <a:ext cx="6428232" cy="15825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58653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終了後1：受付を締めて総合アンケートを用意する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「終了（総合アンケート送付）」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総合アンケートに回答した方が、スマホ壁紙をダウンロードできます。設問は3問程度（満足度・来場のきっかけ・意見）がおすすめです。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505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6419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36602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9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2796" y="4248150"/>
            <a:ext cx="4996495" cy="34747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66928" y="7777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「総合アンケートと案内メール」画面の上部。総合アンケートの状態が見えるところ。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送信状況（未送信・送信済み・失敗・回答済み）を画面で確認する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pic>
        <p:nvPicPr>
          <p:cNvPr id="2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5063427"/>
            <a:ext cx="4553347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593011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2026-09-22T11:40:10Z</dcterms:created>
  <dcterms:modified xsi:type="dcterms:W3CDTF">2026-09-22T11:40:10Z</dcterms:modified>
</cp:coreProperties>
</file>