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：各企業の回答者数を足した数（1人が3社回れば3人）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053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の一覧が出ます。一覧の最下段に合計行があり、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9935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と一致します。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293362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384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403090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79761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8890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90734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来場者数の見方：実人数を知りたいときは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、各社の集客を足し合わせた延べ人数を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30186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39330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41159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知りたいときは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をご覧ください。</a:t>
            </a:r>
            <a:endParaRPr lang="en-US" sz="1050" dirty="0"/>
          </a:p>
        </p:txBody>
      </p:sp>
      <p:pic>
        <p:nvPicPr>
          <p:cNvPr id="23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806123"/>
            <a:ext cx="6428232" cy="220256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0635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2026-09-22T12:04:19Z</dcterms:created>
  <dcterms:modified xsi:type="dcterms:W3CDTF">2026-09-22T12:04:19Z</dcterms:modified>
</cp:coreProperties>
</file>