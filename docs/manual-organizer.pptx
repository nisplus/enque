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イベントの準備から、当日の運営、終了後の全体アンケート送付・集計・データ整理までの手順です。このシステムでできることは、この資料にすべて載っています。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A4縦で印刷できます。スクリーンショットの枠は、実際の画面を撮って貼り替えてください。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097524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749808" y="6481572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6847332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38725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749808" y="5422773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5788533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749808" y="1865376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231136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4879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49808" y="4732846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098606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999355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749808" y="5383403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5749163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569585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749808" y="5953633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" y="6319393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49808" y="4228592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4594352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6834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749808" y="6040882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" y="6406642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：全体アンケートの案内先の数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429635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723640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815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3833368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227894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49808" y="4611942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977702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127246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49808" y="4511294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877054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終了後1：受付を締めて全体アンケートを用意する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「終了（全体アンケート送付）」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4248150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749808" y="4632198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4997958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「全体アンケートと案内メール」画面の上部。全体アンケートの状態が見えるところ。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749808" y="5447475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" y="5813235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「全体アンケートと案内メール」画面の送信状況（未送信・送信済み・失敗・回答済みの数）。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402328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749808" y="4786376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5152136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836160"/>
            <a:ext cx="6428232" cy="2606040"/>
          </a:xfrm>
          <a:prstGeom prst="roundRect">
            <a:avLst>
              <a:gd name="adj" fmla="val 1754"/>
            </a:avLst>
          </a:prstGeom>
          <a:solidFill>
            <a:srgbClr val="F7F7F7"/>
          </a:solidFill>
          <a:ln w="12700">
            <a:solidFill>
              <a:srgbClr val="D8D8D8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749808" y="5220208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［ スクリーンショット ］ ここに貼り付けてください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5585968"/>
            <a:ext cx="5879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2026-09-21T01:19:30Z</dcterms:created>
  <dcterms:modified xsi:type="dcterms:W3CDTF">2026-09-21T01:19:30Z</dcterms:modified>
</cp:coreProperties>
</file>