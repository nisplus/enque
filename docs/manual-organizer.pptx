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イベントの準備から、当日の運営、終了後の総合アンケート送付・集計・データ整理までの手順です。このシステムでできることは、この資料にすべて載っています。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：総合アンケートの案内先の数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来場人数は任意回答です。未回答のぶんは、同じ来場者が別の企業で答えた人数、それも無ければ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回答があったぶんの平均を当てはめて計算しています（回答率も画面に出ます）。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9648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8792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00621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40074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49218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351047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そのまま送信できます。未回答のぶんは「同じ来場者の別の回答 → それも無ければ全体の平均」の順で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09835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1897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20808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当てはめて計算します。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6026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6940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123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pic>
        <p:nvPicPr>
          <p:cNvPr id="21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667" y="5106861"/>
            <a:ext cx="5572753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63644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終了後1：受付を締めて総合アンケートを用意する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「終了（総合アンケート送付）」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「総合アンケートと案内メール」画面の上部。総合アンケートの状態が見えるところ。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2026-09-22T12:27:12Z</dcterms:created>
  <dcterms:modified xsi:type="dcterms:W3CDTF">2026-09-22T12:27:12Z</dcterms:modified>
</cp:coreProperties>
</file>