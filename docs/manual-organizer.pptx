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ブースの画面では、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設問を「必須」にしていても任意として表示します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。帰り際に書いていただく案内をしている以上、途中のブースで足止めしないためです（必須の指定は、メールから回答する画面でだけ効きます）。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62743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958394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60747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63505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6815" y="1481328"/>
            <a:ext cx="1828458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753827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6297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64800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1481328"/>
            <a:ext cx="4282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325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3239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3422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2930144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4597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2026-10-01T09:21:30Z</dcterms:created>
  <dcterms:modified xsi:type="dcterms:W3CDTF">2026-10-01T09:21:30Z</dcterms:modified>
</cp:coreProperties>
</file>