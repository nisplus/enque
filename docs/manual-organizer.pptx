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38725"/>
            <a:ext cx="6428232" cy="169135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67849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722385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動作確認のためにURLを共有する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755481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「アンケートURLをスタッフに共有する」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共有リンクが1本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表示されます。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784882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これをSlackなどに貼れば、受け取った人は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ログインなしで全社ぶんの一覧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を開き、そこから各アンケートを開けます。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" y="834539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URLを直接貼りたいときは、同じ場所の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「まとめてコピーする」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で全社ぶんのテキストをコピーできます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" y="882367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共有リンクが社外に出てしまったときは、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「共有リンクを作り直す」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を押してください（古いリンクは開けなくなります）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930195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93933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50976" y="941168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共有リンクはブースのQRコードからは推測できない別の合言葉です。検索エンジンにも載りません。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hare-u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796" y="1481328"/>
            <a:ext cx="4860496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「企業・QRコードの管理」画面の「アンケートURLをスタッフに共有する」を開いたところ。</a:t>
            </a:r>
            <a:endParaRPr lang="en-US" sz="950" dirty="0"/>
          </a:p>
        </p:txBody>
      </p:sp>
      <p:pic>
        <p:nvPicPr>
          <p:cNvPr id="6" name="Image 1" descr="C:\Users\sato\Desktop\enque\docs\images\o-url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039" y="5340096"/>
            <a:ext cx="2292010" cy="3474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" y="886968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共有リンクを開いた「アンケートURLの一覧」（スマートフォンの画面）。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566928" y="919886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92903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930859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イベントが「開催中」のときにURLを開くと、回答しなくても「ユニーク来場者」が1人ぶん増えます。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「準備中」のうち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に済ませてください（準備中なら「まだ公開されていません」と出るだけで、記録は残りません）。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どうしても開催中に確認する場合は、増えたぶんを見込んで数字を読んでください。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8902573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58368" y="89940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50976" y="9012301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説明文に「メールで総合アンケートをお送りします」といった案内を書いていないか確認してください。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総合アンケートは会期中にこの画面で答えてもらう形になったため、古い案内が残っていると来場者が混乱します（説明文は画面の文言ではなく、事務局が入力した内容です）。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7197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最終ログイン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の列があります。「未ログイン」のままの方がいないか、当日までに確認してください（受付スタッフは事前ログインが必要です）。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368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459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478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5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6066155"/>
            <a:ext cx="3525424" cy="34747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95957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ブースの画面では、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設問を「必須」にしていても任意として表示します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。帰り際に書いていただく案内をしている以上、途中のブースで足止めしないためです（必須の指定は、メールから回答する画面でだけ効きます）。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62743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958394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60747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635050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9358" y="1481328"/>
            <a:ext cx="1783372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511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7511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7329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2083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2083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1901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647307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7387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757035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753827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6297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64800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1481328"/>
            <a:ext cx="4282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66928" y="534009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54315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544982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03770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61291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614743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に変える（表示は「終了（案内メール送付）」です）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460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0860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4000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41833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3006217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53580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2026-10-02T07:18:40Z</dcterms:created>
  <dcterms:modified xsi:type="dcterms:W3CDTF">2026-10-02T07:18:40Z</dcterms:modified>
</cp:coreProperties>
</file>