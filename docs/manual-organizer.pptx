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一度答えた方には、ほかのブースでは表示されません。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901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901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719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7473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473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7291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2045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2045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863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必須は1問まで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をおすすめします。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148453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479415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577342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" y="6049137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6815" y="1481328"/>
            <a:ext cx="1828458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751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751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568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03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2054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22376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6811645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90308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921373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325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3239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3422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2930144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4597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2026-09-30T09:59:42Z</dcterms:created>
  <dcterms:modified xsi:type="dcterms:W3CDTF">2026-09-30T09:59:42Z</dcterms:modified>
</cp:coreProperties>
</file>