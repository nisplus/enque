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イベントの準備から、当日の運営、終了後の案内メール送付・集計・データ整理までの手順です。このシステムでできることは、この資料にすべて載っています。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準備・当日・終了後の3つに分かれます。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準備（イベント前）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管理画面にログインし、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イベントを作る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出展企業を登録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する（企業ごとにQRコードが発行されます）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各企業の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アンケートの設問を登録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し、公開する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6059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6059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5876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QRコードを印刷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してブースに配る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631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40631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40448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景品を登録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する（用意した数量も入れます）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520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4520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4502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企業担当者・総合受付のアカウント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を発行する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4977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4977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" y="4959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スマホ壁紙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を登録する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54347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66928" y="5434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69264" y="5416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（イベント全体について聞く設問）を登録して公開する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598335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66928" y="63326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63326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69264" y="63143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「開催中」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にする（これで回答の受付が始まります）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66928" y="67898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66928" y="67898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69264" y="67715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回答状況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を見る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566928" y="733844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566928" y="76876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66928" y="76876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969264" y="76694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「終了」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66928" y="81448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66928" y="81448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969264" y="81266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壁紙のご案内メール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を送る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566928" y="86020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566928" y="86020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969264" y="85838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CSVで集計データ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を受け取る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566928" y="905929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66928" y="905929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969264" y="904100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メールアドレスを削除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566928" y="949820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58368" y="958964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950976" y="960793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上から順に進めれば、迷わず運営できます。次のページから1つずつ説明します。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準備1：ログインとイベントの作成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初めて使うとき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最初の1回だけ、主催者アカウントを作ります。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ブラウザで 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`/admin/setup.php`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を開く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ユーザー名・表示名・パスワード（8文字以上）を入力する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58762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67906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69735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この画面はアカウントが1つでも登録されると使えなくなります。パスワードは必ず控えてください。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4394962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イベントを作る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66928" y="47442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6928" y="47442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69264" y="47259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ダッシュボードの「イベントを作成する」に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開催日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2014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2014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51831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「作成する」を押す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65861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6586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64032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作成直後の状態は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「準備中」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です（この間は来場者はアンケートに回答できません）</a:t>
            </a:r>
            <a:endParaRPr lang="en-US" sz="1150" dirty="0"/>
          </a:p>
        </p:txBody>
      </p:sp>
      <p:pic>
        <p:nvPicPr>
          <p:cNvPr id="28" name="Image 0" descr="C:\Users\sato\Desktop\enque\docs\images\o-new-ev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779" y="6097524"/>
            <a:ext cx="5688531" cy="3474720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566928" y="962710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ダッシュボードの「イベントを作成する」フォーム（イベント名・開催日の入力欄）。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準備2：出展企業を登録する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「企業・QR」の画面で、出展する企業を1社ずつ登録します。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を入力する（必須）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ブース番号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企業カラー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ロゴ画像のURL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146933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登録すると、その企業だけの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推測されにくいURL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が自動で発行されます。来場者はこのURLのQRコードからアンケートに回答します。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64350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73494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75323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企業カラーとロゴは、来場者が見るアンケート画面の見出しに使われます。空欄でも問題ありません。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34111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43255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45084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企業名を変えても回答データは残ります。ただし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「URLを再発行」を押すと、印刷済みのQRコードは使えなくなります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。貼り替えができるときだけ使ってください。</a:t>
            </a:r>
            <a:endParaRPr lang="en-US" sz="1050" dirty="0"/>
          </a:p>
        </p:txBody>
      </p:sp>
      <p:pic>
        <p:nvPicPr>
          <p:cNvPr id="21" name="Image 0" descr="C:\Users\sato\Desktop\enque\docs\images\o-compan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1646" y="5038725"/>
            <a:ext cx="5258795" cy="347472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66928" y="856830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「企業・QRコードの管理」画面。登録済みの企業が並んでいるところ。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準備3：アンケートの設問を作る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全社で共通の設問を使う場合（おすすめ）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各社のアンケートに同じ設問を入れたいときに使います（イベント全体について1回だけ聞く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とは別のものです）。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243687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4368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41858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「テンプレートを作成する」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89407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8940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87578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共通で聞きたい設問（来場目的・所属業界など）を登録する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35127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3512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332988"/>
            <a:ext cx="6025896" cy="478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各企業のアンケート編集画面で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「共通設問を取り込む」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を押すと、その企業の設問としてコピーされます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3975989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企業ごとの設問を登録する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252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43252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43069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「企業・QR」で対象企業の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「アンケート編集」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7824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6928" y="47824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69264" y="47641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と、必要なら説明文を入れる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2396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2396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52213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設問文と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種類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（単一選択・複数選択・自由記述・星評価・NPS・数値入力）を選ぶ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6968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6968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6785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選択式の場合は、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選択肢を1行に1つ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入力する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61540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66928" y="61540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" y="61357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必須にする場合はチェックを入れる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66112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66928" y="66112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969264" y="65929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を押すと、続けて次の設問を入力できます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66928" y="7068439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66928" y="706843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69264" y="7050151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すべて入れ終わったら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566928" y="7507351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58368" y="759879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950976" y="7617079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「保存して設問を追加」を押すと、画面が追加した設問の位置に移動します。そのまま次の設問文を入力できます。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66928" y="8204962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58368" y="829640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950976" y="8314690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公開にチェックを入れないと、QRコードを読んでも回答できません。設問を削除すると、その設問への回答も一緒に消えます。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準備3：アンケートの設問を作る（つづき）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survey-e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1481328"/>
            <a:ext cx="3280447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アンケート編集画面。設問の入力欄と「公開する」のチェックボックスが見えるもの。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準備4：QRコードを印刷する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「企業・QR」の画面で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「QRコードを印刷する（全社）」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内容を確認して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「印刷する」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印刷ダイアログで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「PDFとして保存」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を選べばPDFになります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28529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A4縦・1ページに4社ぶん並びます。企業名・ブース番号・QRコード・URLが入っています。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印刷の前に、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URLが本番のもの（https://…）になっているか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を必ず確認してください。設定が違うと、読み取っても開けないQRコードを配ることになります。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384454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9359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95427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1社だけ刷り直したいときは、その企業の「QR」ボタンから同じ画面を開けます。</a:t>
            </a:r>
            <a:endParaRPr lang="en-US" sz="1050" dirty="0"/>
          </a:p>
        </p:txBody>
      </p:sp>
      <p:pic>
        <p:nvPicPr>
          <p:cNvPr id="20" name="Image 0" descr="C:\Users\sato\Desktop\enque\docs\images\o-qr-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348798"/>
            <a:ext cx="6428232" cy="3181485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758514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QRコード印刷ページ。企業名とQRコードが並んでいるところ。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8024059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総合受付の掲示も印刷する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8355021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同じ画面の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「総合受付の掲示を印刷する」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から、もう1枚印刷して受付に貼ってください。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8649026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来場者がこのQRコードを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自分のスマートフォンで読み取ると、その方の交換コードの画面が開きます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9145596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ブラウザのタブを閉じてしまった方も、ブースを回り直さずに交換コードを出せます。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66928" y="9439601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953104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950976" y="9549329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来場者ごとのQRコードではありません。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1枚を掲示すれば全員に使えます。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準備4：QRコードを印刷する（つづき）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5727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50976" y="15910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回答したときと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同じスマートフォン・同じブラウザ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で読み取る必要があります。表示されない方は、受付で回答ブース数を確認する従来の対応になります。</a:t>
            </a:r>
            <a:endParaRPr lang="en-US" sz="1050" dirty="0"/>
          </a:p>
        </p:txBody>
      </p:sp>
      <p:pic>
        <p:nvPicPr>
          <p:cNvPr id="7" name="Image 0" descr="C:\Users\sato\Desktop\enque\docs\images\o-desk-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5245" y="2178939"/>
            <a:ext cx="3771597" cy="34747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66928" y="570852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「総合受付の掲示」の印刷ページ（大きなQRコードと「交換コードを表示する」の見出し）。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準備5：景品を登録する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受付が交換時に選べるよう、渡す景品を登録します。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用意した数量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必要ならメモ（例：先着100名）を入れる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6041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36955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37138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数量を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空欄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にすると「数量を管理しない景品」になります（数えないノベルティなど）。残数は「—」と表示されます。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30174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43931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441147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景品を1件でも登録すると、受付が交換を記録するときに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景品の選択が必須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になります（何を渡したか残すため）。</a:t>
            </a:r>
            <a:endParaRPr lang="en-US" sz="1050" dirty="0"/>
          </a:p>
        </p:txBody>
      </p:sp>
      <p:pic>
        <p:nvPicPr>
          <p:cNvPr id="23" name="Image 0" descr="C:\Users\sato\Desktop\enque\docs\images\o-priz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1602" y="4999355"/>
            <a:ext cx="5198885" cy="3474720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566928" y="852893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「景品の登録」画面。登録済みの景品と残数が見えるもの。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準備6：アカウントを発行する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「ユーザー」の画面で、企業担当者と総合受付のアカウントを作ります。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（半角英数字）・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表示名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・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初期パスワード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を入力する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役割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企業担当者の場合は、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担当する企業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652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1652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1469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「作成する」を押し、ユーザー名とパスワードを本人に伝える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7138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役割の違い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404482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：すべての操作ができます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432054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：自社のアンケート編集・集計・CSVのみ。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他社のデータは見えません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13232" y="459625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：景品交換の照会と記録のみ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487197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496341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" y="498170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受付担当のスマートフォンでは、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当日までにログインを済ませておいてください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。ログイン済みの端末で来場者のQRを読み取ると、すぐに交換画面が開きます。</a:t>
            </a:r>
            <a:endParaRPr lang="en-US" sz="1050" dirty="0"/>
          </a:p>
        </p:txBody>
      </p:sp>
      <p:pic>
        <p:nvPicPr>
          <p:cNvPr id="24" name="Image 0" descr="C:\Users\sato\Desktop\enque\docs\images\o-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332" y="5569585"/>
            <a:ext cx="3525424" cy="3474720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566928" y="909916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「管理ユーザー」の画面。登録済みのアカウント一覧。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準備7：スマホ壁紙を登録する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総合アンケートに回答した方に、イベント終了後のメールでお渡しするプレゼントです。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「壁紙」の画面を開く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タイトル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を入れ、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画像ファイル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（PNG または JPEG、12MBまで）を選ぶ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「登録する」を押す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1469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2383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2566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スマートフォンの画面比に合わせた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縦長の画像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（例：1080×2340）を1〜2種類登録しておくと親切です。</a:t>
            </a:r>
            <a:endParaRPr lang="en-US" sz="1050" dirty="0"/>
          </a:p>
        </p:txBody>
      </p:sp>
      <p:pic>
        <p:nvPicPr>
          <p:cNvPr id="17" name="Image 0" descr="C:\Users\sato\Desktop\enque\docs\images\o-wallpap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1646" y="3844544"/>
            <a:ext cx="5258795" cy="347472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566928" y="737412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「スマホ壁紙の登録」画面。登録済みの壁紙が並んでいるところ。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準備8：総合アンケートを用意する（重要）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イベント全体について聞くアンケートです。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会期中、ブースのアンケートの下に出て、来場者は1回だけ答えます。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7789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画面には「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最後にお帰りの際にご記入ください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」と案内しており、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空欄のまま送信できます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27190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書かずに送った方には次のブースの画面にも出るので、帰り際のブースで書いていただけます。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56590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一度答えた方には、以降のブースでは表示されません。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8782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8782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8599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「総合アンケートを作成する」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3354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33354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33171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設問を登録する（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3問程度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、満足度・来場のきっかけ・ご意見がおすすめ）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79260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6928" y="379260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" y="377431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「公開する」にチェックを入れて保存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する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423151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432295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434124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開催中に公開されていないと、1件も集まりません。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必ず開催前に公開してください。公開されていないと、ダッシュボードに警告が出ます。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929124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502056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5038852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設問は少なめに。ブースのアンケートに続けて表示されるため、長いと最初のブースで嫌がられます。3問程度をおすすめします。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5626735"/>
            <a:ext cx="6428232" cy="817817"/>
          </a:xfrm>
          <a:prstGeom prst="roundRect">
            <a:avLst>
              <a:gd name="adj" fmla="val 6709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8368" y="5718175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50976" y="5736463"/>
            <a:ext cx="5925312" cy="63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ブースの画面では、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設問を「必須」にしていても任意として表示します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。帰り際に書いていただく案内をしている以上、途中のブースで足止めしないためです（必須の指定は、メールから回答する画面でだけ効きます）。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6627432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書いたあとで直せます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66928" y="6958394"/>
            <a:ext cx="6428232" cy="662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回答済み画面（交換コードの画面）に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「総合アンケート」のカード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が出ます。未回答なら「回答する」、回答済みなら「回答を変更する」から、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開催中は何度でも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書き直せます。内容は上書きされ、回答が二重に数えられることはありません。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準備8：総合アンケートを用意する（重要）（つづき）</a:t>
            </a:r>
            <a:endParaRPr lang="en-US" sz="2200" dirty="0"/>
          </a:p>
        </p:txBody>
      </p:sp>
      <p:pic>
        <p:nvPicPr>
          <p:cNvPr id="4" name="Image 0" descr="C:\Users\sato\Desktop\enque\docs\images\p-done-over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1502" y="1481328"/>
            <a:ext cx="6219085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来場者の回答済み画面にある「総合アンケート」のカード（「回答する」ボタンが見えるもの）。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5449824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何社目のブースから出すか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5780786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ダッシュボードの「イベント設定」で選べます。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13232" y="607479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1社目から（既定）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：取りこぼしが最も少ない。1社だけ回って帰る方からも集まります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13232" y="6350508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2社目から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：会場をひと通り見てから答えてもらえるので、満足度を聞くのに向きます。ただし1社だけの方からは集まりません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準備8：総合アンケートを用意する（重要）（つづき）</a:t>
            </a:r>
            <a:endParaRPr lang="en-US" sz="2200" dirty="0"/>
          </a:p>
        </p:txBody>
      </p:sp>
      <p:pic>
        <p:nvPicPr>
          <p:cNvPr id="4" name="Image 0" descr="C:\Users\sato\Desktop\enque\docs\images\p-common-surv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66815" y="1481328"/>
            <a:ext cx="1828458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来場者のアンケート画面の下部。ブースの設問に続いて総合アンケートが出ているところ。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当日：受付を開始する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ダッシュボードの「イベント設定」で、状態を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「開催中（回答受付）」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に変える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「保存する」を押す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3957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これで、ブースのQRコードからアンケートに回答できるようになります。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26897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27811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27994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「準備中」「終了」のままだと、QRコードを読んでも「受付を終了しました」と表示されます。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当日の朝、必ず「開催中」に切り替えてください。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497072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来場者の流れ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38463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8463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8280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ブースのQRコードを読み取る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3035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43035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969264" y="42852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アンケートに回答して送信する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7607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47607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4742434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が表示される（総合受付で提示すると景品と交換できます）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5217922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52179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" y="5199634"/>
            <a:ext cx="6025896" cy="478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回答済み画面の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「次のブースのQRコードを読み取る」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から、ブラウザを閉じずに次のブースへ進む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5751195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66928" y="57511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69264" y="573290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総合アンケート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（まだ答えていない場合）にも、同じ画面で続けて答える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66928" y="6208395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66928" y="620839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969264" y="619010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任意でメールアドレスを登録すると、後日スマホ壁紙のご案内が届きます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66928" y="6647307"/>
            <a:ext cx="6428232" cy="817817"/>
          </a:xfrm>
          <a:prstGeom prst="roundRect">
            <a:avLst>
              <a:gd name="adj" fmla="val 6709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58368" y="673874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950976" y="6757035"/>
            <a:ext cx="5925312" cy="63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回答済み画面からそのままカメラでQRコードを読み取れるので、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カメラアプリに切り替える必要がなく、ブラウザのタブも増えません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（カメラが使えない端末では、これまでどおりカメラアプリで読み取る案内が出ます）。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当日：受付を開始する（つづき）</a:t>
            </a:r>
            <a:endParaRPr lang="en-US" sz="2200" dirty="0"/>
          </a:p>
        </p:txBody>
      </p:sp>
      <p:pic>
        <p:nvPicPr>
          <p:cNvPr id="4" name="Image 0" descr="C:\Users\sato\Desktop\enque\docs\images\p-next-boo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0867" y="1481328"/>
            <a:ext cx="4520353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来場者の回答済み画面の「ほかのブースもまわる」（「次のブースのQRコードを読み取る」ボタンが見えるもの）。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66928" y="5340096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8368" y="54315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50976" y="5449824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2社目以降のアンケートには、登録済みのアドレスが入った状態で欄が出ます（打ち間違いにその場で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037707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8368" y="612914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950976" y="6147435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気づけるようにするためです）。回答済み画面では伏せ字で表示し、そこから変更もできます。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当日：受付を開始する（つづき）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event-sett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2823" y="1481328"/>
            <a:ext cx="4936441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ダッシュボードの「イベント設定」。状態が「開催中（回答受付）」になっているところ。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当日：回答状況を見る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ダッシュボードでは、次の数字がリアルタイムで確認できます。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ユニーク来場者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：アンケート画面を開いた端末の数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回答した来場者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：実際に送信した人数（同じ方は何社回っても1人）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のべ来場者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：アンケートで聞いた来場人数の合計（1組3人が3社回れば9人）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実来場者（推計）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：同じ来場者を1回だけ数えた人数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（重複を除いた件数）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1539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平均訪問企業数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：1人あたり何社まわったか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42963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メール登録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：壁紙のご案内先の数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70535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：発行数と交換済みの数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981069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下には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のグラフと、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企業別の回答数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の一覧が出ます。一覧の最下段の合計行にある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4275074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「回答者数」の合計は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のべ訪問数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（何社ぶんの回答が集まったか）です。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4569079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466051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4678807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企業別の一覧から、その企業の「集計」や「回答一覧」を開けます。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507333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51647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518306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来場人数は任意回答です。未回答のぶんは、同じ来場者が別の企業で答えた人数などから補って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5577586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566902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" y="5687314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計算しています（回答率も画面に出ます）。</a:t>
            </a:r>
            <a:endParaRPr lang="en-US" sz="1050" dirty="0"/>
          </a:p>
        </p:txBody>
      </p:sp>
      <p:pic>
        <p:nvPicPr>
          <p:cNvPr id="24" name="Image 0" descr="C:\Users\sato\Desktop\enque\docs\images\o-dashboard-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081840"/>
            <a:ext cx="6428232" cy="2316774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566928" y="845347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主催者ダッシュボードの上部。数字のタイルが並んでいるところ。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当日：回答者の傾向を見る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「回答者傾向」の画面では、来場者の動きが分かります。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周回時間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：最初の回答から最後の回答までの平均・中央値・最長・最短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周回企業数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：平均と、何社まわった人が何人いたかの分布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企業をまわる順番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：企業ごとの「平均何番目に回られたか」「最初に回られた人数」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よくある動線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：「A社の次にB社」の多い組み合わせ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878201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時間帯別のユニーク来場者数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31539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回答率・メール登録率・景品交換率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など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429635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3521075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50976" y="3539363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「周回時間」は最初と最後の回答の間隔で、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滞在時間ではありません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。また、来場者は端末ごとに数えるため、端末を変えた方は別の方として数えられます。</a:t>
            </a:r>
            <a:endParaRPr lang="en-US" sz="1050" dirty="0"/>
          </a:p>
        </p:txBody>
      </p:sp>
      <p:pic>
        <p:nvPicPr>
          <p:cNvPr id="14" name="Image 0" descr="C:\Users\sato\Desktop\enque\docs\images\o-insigh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4627" y="4127246"/>
            <a:ext cx="5792834" cy="34747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566928" y="7656830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「回答者の傾向」画面。周回時間・周回企業数のグラフが見えるところ。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当日：来場人数を集計する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アンケートに「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何人で来られましたか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」の設問（種類は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数値入力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）を入れて、設問編集画面で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7533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「この回答を来場人数として集計する」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にチェックを入れると、人数が集計されます。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6933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のべ来場者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：回答ごとの人数を足した数（1組3人が3社回れば9人）。出展社への報告に使います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4505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実来場者（推計）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：同じ来場者を1回だけ数えた人数。会場に来た実人数の目安です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2077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平均人数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回答率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もあわせて表示されます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2896489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来場者の画面では、人数は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キーボードではなくプルダウンから選ぶ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形になります。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190494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「1人」〜「9人」と「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10人以上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」が並び、「10人以上」は10人として集計します（多めには見積もりません）。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687064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上限の10は、サーバーの 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.env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の 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PARTY_SIZE_MAX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で変えられます。</a:t>
            </a:r>
            <a:endParaRPr lang="en-US" sz="1100" dirty="0"/>
          </a:p>
        </p:txBody>
      </p:sp>
      <p:pic>
        <p:nvPicPr>
          <p:cNvPr id="12" name="Image 0" descr="C:\Users\sato\Desktop\enque\docs\images\p-survey-nu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4866" y="3981069"/>
            <a:ext cx="2252356" cy="34747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66928" y="751065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来場者のアンケート画面の「何人で来られましたか」。人数のプルダウンを開いた状態。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66928" y="7839837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8368" y="793127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950976" y="7949565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人数は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任意回答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です。2社目以降は、前の企業で答えた人数が初期値として入るので、来場者は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66928" y="8344091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843553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950976" y="8453819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そのまま送信できます。未回答のぶんは、同じ来場者の別の回答などから補って計算します。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66928" y="8848344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89397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950976" y="8958072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人数の設問は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共通設問テンプレート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に入れて全社に取り込むと、聞き方と集計が揃います。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当日：来場人数を集計する（つづき）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par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543" y="1481328"/>
            <a:ext cx="5397003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「回答者の傾向」画面の来場人数のところ（のべ来場者・実来場者・回答率と人数の分布）。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終了後1：受付を締める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ダッシュボードの「イベント設定」で、状態を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「終了」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に変える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9385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これで、ブースのアンケートと総合アンケートの受付が終わり、案内メールを送れるようになります。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23253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32397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34226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状態を「終了」にすると、ブースのアンケートは回答できなくなります。当日の受付時間が終わってから切り替えてください。</a:t>
            </a:r>
            <a:endParaRPr lang="en-US" sz="1050" dirty="0"/>
          </a:p>
        </p:txBody>
      </p:sp>
      <p:pic>
        <p:nvPicPr>
          <p:cNvPr id="11" name="Image 0" descr="C:\Users\sato\Desktop\enque\docs\images\o-over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4370" y="2930144"/>
            <a:ext cx="4553347" cy="347472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66928" y="645972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「総合アンケートと案内メール」画面の1番上（総合アンケートの状態と回答数が見えるところ）。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終了後2：案内メールを送る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テスト送信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：自分のアドレスを入れて送り、文面とリンクを確認する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送信対象を作成・更新する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を押す（メールアドレスを登録した来場者が対象になります）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送信する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285292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少数なら「この画面から50件だけ送信する」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312864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大量ならサーバーの自動送信（5分ごとに200件ずつ）に任せる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422650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42265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404362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送信状況（未送信・送信済み・失敗）を画面で確認する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3861562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395300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3971290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メールの文面は相手によって変わります。会期中に総合アンケートへ答えた方には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壁紙のご案内だけ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、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455917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465061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" y="466890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まだ答えていない方には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回答のお願い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（回答後に壁紙）が届きます。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506342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8368" y="515486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50976" y="517315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テスト送信のリンクは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スタッフ確認用のプレビュー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です。管理画面にログインした状態で開くと、来場者に見えるのと同じ画面を確認できます（プレビューからは回答できません）。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66928" y="5761038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58368" y="585247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950976" y="5870766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送信済みの人には二重に送られません。失敗したものは自動で3回まで再送されます。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終了後2：案内メールを送る（つづき）</a:t>
            </a:r>
            <a:endParaRPr lang="en-US" sz="2200" dirty="0"/>
          </a:p>
        </p:txBody>
      </p:sp>
      <p:pic>
        <p:nvPicPr>
          <p:cNvPr id="4" name="Image 0" descr="C:\Users\sato\Desktop\enque\docs\images\o-invite-stat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4370" y="1481328"/>
            <a:ext cx="4553347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「総合アンケートと案内メール」画面の送信状況（未送信・送信済み・失敗・回答済みの数）。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終了後3：集計データを受け取る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CSVをダウンロードする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92201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企業別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：企業の「集計」画面、または「回答一覧」から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19773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全社まとめて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：ダッシュボードの「全企業分のCSV」から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473452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UTF-8（BOM付き）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なので、Excelでそのまま開けます。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" y="276745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85889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87718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メールアドレスは出力されません。来場者は匿名のID（来場者ID）だけが入るので、企業をまたいだ同じ方の回答を突き合わせられます。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57479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集計画面で見る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90575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企業ごとの「集計」画面では、設問ごとのグラフ・星評価の平均・NPS・自由記述の一覧が見られます。</a:t>
            </a:r>
            <a:endParaRPr lang="en-US" sz="1100" dirty="0"/>
          </a:p>
        </p:txBody>
      </p:sp>
      <p:pic>
        <p:nvPicPr>
          <p:cNvPr id="13" name="Image 0" descr="C:\Users\sato\Desktop\enque\docs\images\o-sta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40821" y="4402328"/>
            <a:ext cx="3280447" cy="347472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566928" y="7931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企業の集計画面。設問ごとのグラフが見えるところ。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終了後4：メールアドレスを削除する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案内の送付と集計が終わったら、預かったメールアドレスを削除します。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7936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7936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7753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「総合アンケート」の画面を開く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508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508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2325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一番下の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「メールアドレスを削除する」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708021"/>
            <a:ext cx="274320" cy="2743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70802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68973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確認メッセージで「OK」を押す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14693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削除しても、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回答データ（個人情報を含まないもの）は残ります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44093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53237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55066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削除すると、未送信ぶんの案内メールは送れなくなります。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送信と集計が完全に終わってから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実行してください。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413854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22998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24827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「氏名・住所は収集せず、メールアドレスも送付・集計後に削除する」という運用方針に沿った操作です。来場者にもその旨を案内しています。</a:t>
            </a:r>
            <a:endParaRPr lang="en-US" sz="1050" dirty="0"/>
          </a:p>
        </p:txBody>
      </p:sp>
      <p:pic>
        <p:nvPicPr>
          <p:cNvPr id="21" name="Image 0" descr="C:\Users\sato\Desktop\enque\docs\images\o-pur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779" y="4836160"/>
            <a:ext cx="5688531" cy="347472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66928" y="836574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「メールアドレスを削除する」ボタンの周辺（説明文が見えるもの）。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次のイベントに向けて（データの整理）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サーバーで次のコマンドを実行します（事務局のPCではなく、システムが動いているサーバーでの作業です）。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08762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テストで入れた回答だけ消したいとき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41858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まず件数を確認し、問題なければ実行します。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71259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--responses --dry-run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98831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--responses --force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264027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イベント・企業・設問・景品・壁紙・アカウントは残ります。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66776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イベントごと作り直したいとき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99872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実行：</a:t>
            </a:r>
            <a:pPr indent="0" marL="0">
              <a:lnSpc>
                <a:spcPct val="125000"/>
              </a:lnSpc>
              <a:buNone/>
            </a:pPr>
            <a:r>
              <a:rPr lang="en-US" sz="1045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bin/reset.sh --all --force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4274439"/>
            <a:ext cx="6428232" cy="817817"/>
          </a:xfrm>
          <a:prstGeom prst="roundRect">
            <a:avLst>
              <a:gd name="adj" fmla="val 6709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436587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" y="4384167"/>
            <a:ext cx="5925312" cy="6349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どちらも元に戻せません。実行前に自動でバックアップを取りますが、念のため大事なデータはCSVで書き出しておいてください。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企業担当者のアカウントは企業と一緒に消えます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（主催者・受付は残ります）。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5165408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E8ECF8"/>
          </a:solidFill>
          <a:ln w="952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52568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5275136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実行するとデータベース名の入力を求められます。画面の指示どおりに入力してください。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困ったときは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QRコードを読んでも「受付を終了しました」と出る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イベントの状態が「開催中」になっていない可能性があります。ダッシュボードの「イベント設定」をご確認ください。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QRコードを読んでも「ページを表示できません」と出る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URLが本番のものになっていない可能性があります。印刷し直す前に、事務局のシステム担当にご相談ください。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46557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案内メールが届かない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796538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「送信済み」になっているか、「失敗」が増えていないかを画面で確認してください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4072255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受信側の迷惑メールフォルダもご確認ください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34797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「失敗」が多い場合は、システム担当にログの確認を依頼してください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733417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来場者が「交換コードが出ない」と言っている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064379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まだどのブースのアンケートにも回答していない可能性があります。また、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端末を変えると別の交換コードになります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670677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景品の交換で困ったとき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6001639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受付画面で「交換済み」と出ても、お申し出があればお渡しして構いません（メモ欄に状況を残してください）。来場者の画面には交換済みかどうかを表示していません。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主催者向け　28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主催者マニュアル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2026-10-01T08:47:45Z</dcterms:created>
  <dcterms:modified xsi:type="dcterms:W3CDTF">2026-10-01T08:47:45Z</dcterms:modified>
</cp:coreProperties>
</file>